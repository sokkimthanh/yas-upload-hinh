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>
                <a:solidFill>
                  <a:srgbClr val="00468C"/>
                </a:solidFill>
              </a:rPr>
              <a:t>Quy trình upload sản phẩm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Từ file PDF → hình ảnh sản phẩm → đăng lên website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solidFill>
                  <a:srgbClr val="00468C"/>
                </a:solidFill>
              </a:rPr>
              <a:t>1. Tiếp nhận tài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Nhận file PDF catalog/technical từ nhà cung cấp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Kiểm tra đầy đủ kích thước, vật liệu, dung sai, mã sản phẩm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Tạo thư mục sản phẩm: /[Danh mục]/[mã-sản-phẩm]/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solidFill>
                  <a:srgbClr val="00468C"/>
                </a:solidFill>
              </a:rPr>
              <a:t>2. Trích xuất thông tin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Đọc thông số từ PDF → lập file info.txt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Chuẩn hóa tên sản phẩm (VI/EN), mã, dải kích thước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Loại bỏ thương hiệu nguồn, chỉ dùng YAS-TEK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solidFill>
                  <a:srgbClr val="00468C"/>
                </a:solidFill>
              </a:rPr>
              <a:t>3. Chuẩn bị hình ảnh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Xuất hình từ PDF (bản vẽ, bảng kích thước)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Xóa logo/ watermark nguồn, thay logo YAS-TEK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Chuẩn hóa tên ảnh &amp; lưu vào thư mục IMG/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solidFill>
                  <a:srgbClr val="00468C"/>
                </a:solidFill>
              </a:rPr>
              <a:t>4. Viết nội dung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Dùng info.txt tạo nội dung 10 mục (Thông tin, Chi tiết, SEO)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Mô tả ngắn dạng đoạn văn; thông số dạng bảng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Kiểm tra từ khóa, URL, title, meta description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solidFill>
                  <a:srgbClr val="00468C"/>
                </a:solidFill>
              </a:rPr>
              <a:t>5. Gắn file &amp; hình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Đính kèm PDF catalog vào thư mục sản phẩm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Gắn ảnh sản phẩm/bản vẽ vào mục HÌNH ẢNH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Đảm bảo ≥ 3–5 ảnh, chất lượng rõ nét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solidFill>
                  <a:srgbClr val="00468C"/>
                </a:solidFill>
              </a:rPr>
              <a:t>6. Upload lên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Tạo sản phẩm mới trong CMS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Dán nội dung, upload ảnh, upload file PDF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Điền URL, title, meta description, tags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solidFill>
                  <a:srgbClr val="00468C"/>
                </a:solidFill>
              </a:rPr>
              <a:t>7. Kiểm tra &amp; publish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Preview hiển thị desktop/mobile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Kiểm tra lỗi chính tả/format, link file, SEO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Publish và lưu checklist hoàn tất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