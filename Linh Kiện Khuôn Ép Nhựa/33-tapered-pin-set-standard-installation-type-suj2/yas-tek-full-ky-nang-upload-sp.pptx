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6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7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8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188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4183BEF-9C79-4AF0-ACF8-A9986968955A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420E7CDF-83E5-47D7-BB23-2EC80941CB2D}">
      <dgm:prSet/>
      <dgm:spPr/>
      <dgm:t>
        <a:bodyPr/>
        <a:lstStyle/>
        <a:p>
          <a:r>
            <a:rPr lang="en-US"/>
            <a:t>Chuẩn bị và sắp xếp ảnh</a:t>
          </a:r>
        </a:p>
      </dgm:t>
    </dgm:pt>
    <dgm:pt modelId="{74B9A46C-DAA0-4B82-8B15-D48F53258B5E}" type="parTrans" cxnId="{301AA6ED-380E-4BE9-9275-E38DE6DF25AC}">
      <dgm:prSet/>
      <dgm:spPr/>
      <dgm:t>
        <a:bodyPr/>
        <a:lstStyle/>
        <a:p>
          <a:endParaRPr lang="en-US"/>
        </a:p>
      </dgm:t>
    </dgm:pt>
    <dgm:pt modelId="{B6279804-FFF4-420B-B28D-AD2777840D66}" type="sibTrans" cxnId="{301AA6ED-380E-4BE9-9275-E38DE6DF25AC}">
      <dgm:prSet/>
      <dgm:spPr/>
      <dgm:t>
        <a:bodyPr/>
        <a:lstStyle/>
        <a:p>
          <a:endParaRPr lang="en-US"/>
        </a:p>
      </dgm:t>
    </dgm:pt>
    <dgm:pt modelId="{6B9714BA-5FFC-4B4C-8A4E-C017AD1C78C3}">
      <dgm:prSet/>
      <dgm:spPr/>
      <dgm:t>
        <a:bodyPr/>
        <a:lstStyle/>
        <a:p>
          <a:r>
            <a:rPr lang="en-US"/>
            <a:t>Cắt hình chính bằng Select and Mask</a:t>
          </a:r>
        </a:p>
      </dgm:t>
    </dgm:pt>
    <dgm:pt modelId="{BC2E1D81-D5F5-4194-A2B2-01589FEE63F9}" type="parTrans" cxnId="{20081D2B-BCF4-4EBA-86F2-2986887D2085}">
      <dgm:prSet/>
      <dgm:spPr/>
      <dgm:t>
        <a:bodyPr/>
        <a:lstStyle/>
        <a:p>
          <a:endParaRPr lang="en-US"/>
        </a:p>
      </dgm:t>
    </dgm:pt>
    <dgm:pt modelId="{6E9CA115-E1E1-45E7-817F-8E61DB4CEE71}" type="sibTrans" cxnId="{20081D2B-BCF4-4EBA-86F2-2986887D2085}">
      <dgm:prSet/>
      <dgm:spPr/>
      <dgm:t>
        <a:bodyPr/>
        <a:lstStyle/>
        <a:p>
          <a:endParaRPr lang="en-US"/>
        </a:p>
      </dgm:t>
    </dgm:pt>
    <dgm:pt modelId="{B24A9762-207D-4824-BFD6-ADE1A4ADC1FB}">
      <dgm:prSet/>
      <dgm:spPr/>
      <dgm:t>
        <a:bodyPr/>
        <a:lstStyle/>
        <a:p>
          <a:r>
            <a:rPr lang="en-US"/>
            <a:t>Cắt bảng và thông số bằng Color Range</a:t>
          </a:r>
        </a:p>
      </dgm:t>
    </dgm:pt>
    <dgm:pt modelId="{D1E51FEB-1A97-4E61-902B-A71C62C15874}" type="parTrans" cxnId="{07AA2646-B185-4082-8D49-FE3F50797850}">
      <dgm:prSet/>
      <dgm:spPr/>
      <dgm:t>
        <a:bodyPr/>
        <a:lstStyle/>
        <a:p>
          <a:endParaRPr lang="en-US"/>
        </a:p>
      </dgm:t>
    </dgm:pt>
    <dgm:pt modelId="{60D16A78-7393-4F46-BB83-0A89EB01635B}" type="sibTrans" cxnId="{07AA2646-B185-4082-8D49-FE3F50797850}">
      <dgm:prSet/>
      <dgm:spPr/>
      <dgm:t>
        <a:bodyPr/>
        <a:lstStyle/>
        <a:p>
          <a:endParaRPr lang="en-US"/>
        </a:p>
      </dgm:t>
    </dgm:pt>
    <dgm:pt modelId="{64E195AB-5E30-4341-998C-AC663EE6DF50}">
      <dgm:prSet/>
      <dgm:spPr/>
      <dgm:t>
        <a:bodyPr/>
        <a:lstStyle/>
        <a:p>
          <a:r>
            <a:rPr lang="en-US"/>
            <a:t>Ghép ảnh theo bố cục thống nhất</a:t>
          </a:r>
        </a:p>
      </dgm:t>
    </dgm:pt>
    <dgm:pt modelId="{05017CDE-863B-4ADE-84BD-EFD7543FE5E8}" type="parTrans" cxnId="{1432E93F-F54B-4111-8223-565DC412168A}">
      <dgm:prSet/>
      <dgm:spPr/>
      <dgm:t>
        <a:bodyPr/>
        <a:lstStyle/>
        <a:p>
          <a:endParaRPr lang="en-US"/>
        </a:p>
      </dgm:t>
    </dgm:pt>
    <dgm:pt modelId="{B04BA8C3-EC76-4C9C-9EA5-44C580F7A758}" type="sibTrans" cxnId="{1432E93F-F54B-4111-8223-565DC412168A}">
      <dgm:prSet/>
      <dgm:spPr/>
      <dgm:t>
        <a:bodyPr/>
        <a:lstStyle/>
        <a:p>
          <a:endParaRPr lang="en-US"/>
        </a:p>
      </dgm:t>
    </dgm:pt>
    <dgm:pt modelId="{A4941905-27E0-47E9-A509-0DAC3D2F56AA}">
      <dgm:prSet/>
      <dgm:spPr/>
      <dgm:t>
        <a:bodyPr/>
        <a:lstStyle/>
        <a:p>
          <a:r>
            <a:rPr lang="en-US"/>
            <a:t>Thiết kế chữ tiêu đề nghệ thuật</a:t>
          </a:r>
        </a:p>
      </dgm:t>
    </dgm:pt>
    <dgm:pt modelId="{801E99FE-4596-41F7-977C-B7FC2DC4A8BE}" type="parTrans" cxnId="{379D026F-0EE2-4D7D-8487-4CA1F2A2D427}">
      <dgm:prSet/>
      <dgm:spPr/>
      <dgm:t>
        <a:bodyPr/>
        <a:lstStyle/>
        <a:p>
          <a:endParaRPr lang="en-US"/>
        </a:p>
      </dgm:t>
    </dgm:pt>
    <dgm:pt modelId="{06806FF0-B924-4693-B1E6-FD12300DDC6B}" type="sibTrans" cxnId="{379D026F-0EE2-4D7D-8487-4CA1F2A2D427}">
      <dgm:prSet/>
      <dgm:spPr/>
      <dgm:t>
        <a:bodyPr/>
        <a:lstStyle/>
        <a:p>
          <a:endParaRPr lang="en-US"/>
        </a:p>
      </dgm:t>
    </dgm:pt>
    <dgm:pt modelId="{7A87BE1E-CBEA-4D5C-9B35-CEC06F108A31}" type="pres">
      <dgm:prSet presAssocID="{E4183BEF-9C79-4AF0-ACF8-A9986968955A}" presName="diagram" presStyleCnt="0">
        <dgm:presLayoutVars>
          <dgm:dir/>
          <dgm:resizeHandles val="exact"/>
        </dgm:presLayoutVars>
      </dgm:prSet>
      <dgm:spPr/>
    </dgm:pt>
    <dgm:pt modelId="{6CED373B-32A1-4056-9DE9-11D0F80C97D1}" type="pres">
      <dgm:prSet presAssocID="{420E7CDF-83E5-47D7-BB23-2EC80941CB2D}" presName="node" presStyleLbl="node1" presStyleIdx="0" presStyleCnt="5">
        <dgm:presLayoutVars>
          <dgm:bulletEnabled val="1"/>
        </dgm:presLayoutVars>
      </dgm:prSet>
      <dgm:spPr/>
    </dgm:pt>
    <dgm:pt modelId="{327D2701-C487-4B14-AC6E-4B775DBC70C9}" type="pres">
      <dgm:prSet presAssocID="{B6279804-FFF4-420B-B28D-AD2777840D66}" presName="sibTrans" presStyleCnt="0"/>
      <dgm:spPr/>
    </dgm:pt>
    <dgm:pt modelId="{CEBD6035-B7C0-4CED-B1B4-AE629B700434}" type="pres">
      <dgm:prSet presAssocID="{6B9714BA-5FFC-4B4C-8A4E-C017AD1C78C3}" presName="node" presStyleLbl="node1" presStyleIdx="1" presStyleCnt="5">
        <dgm:presLayoutVars>
          <dgm:bulletEnabled val="1"/>
        </dgm:presLayoutVars>
      </dgm:prSet>
      <dgm:spPr/>
    </dgm:pt>
    <dgm:pt modelId="{B47707FC-55E2-4D4E-B79E-D926D65E9298}" type="pres">
      <dgm:prSet presAssocID="{6E9CA115-E1E1-45E7-817F-8E61DB4CEE71}" presName="sibTrans" presStyleCnt="0"/>
      <dgm:spPr/>
    </dgm:pt>
    <dgm:pt modelId="{2E0A85B2-C7A2-4A36-B6F7-DECAEBFCA3DF}" type="pres">
      <dgm:prSet presAssocID="{B24A9762-207D-4824-BFD6-ADE1A4ADC1FB}" presName="node" presStyleLbl="node1" presStyleIdx="2" presStyleCnt="5">
        <dgm:presLayoutVars>
          <dgm:bulletEnabled val="1"/>
        </dgm:presLayoutVars>
      </dgm:prSet>
      <dgm:spPr/>
    </dgm:pt>
    <dgm:pt modelId="{8EB53339-0842-4FC9-856C-67356981A8E2}" type="pres">
      <dgm:prSet presAssocID="{60D16A78-7393-4F46-BB83-0A89EB01635B}" presName="sibTrans" presStyleCnt="0"/>
      <dgm:spPr/>
    </dgm:pt>
    <dgm:pt modelId="{E204EC0A-FC65-4F51-BD87-A3DDC108C99C}" type="pres">
      <dgm:prSet presAssocID="{64E195AB-5E30-4341-998C-AC663EE6DF50}" presName="node" presStyleLbl="node1" presStyleIdx="3" presStyleCnt="5">
        <dgm:presLayoutVars>
          <dgm:bulletEnabled val="1"/>
        </dgm:presLayoutVars>
      </dgm:prSet>
      <dgm:spPr/>
    </dgm:pt>
    <dgm:pt modelId="{77D999C5-A977-41DB-A3A9-619F4F11A107}" type="pres">
      <dgm:prSet presAssocID="{B04BA8C3-EC76-4C9C-9EA5-44C580F7A758}" presName="sibTrans" presStyleCnt="0"/>
      <dgm:spPr/>
    </dgm:pt>
    <dgm:pt modelId="{207147A7-28C5-4E80-8AAC-CD54AA466966}" type="pres">
      <dgm:prSet presAssocID="{A4941905-27E0-47E9-A509-0DAC3D2F56AA}" presName="node" presStyleLbl="node1" presStyleIdx="4" presStyleCnt="5">
        <dgm:presLayoutVars>
          <dgm:bulletEnabled val="1"/>
        </dgm:presLayoutVars>
      </dgm:prSet>
      <dgm:spPr/>
    </dgm:pt>
  </dgm:ptLst>
  <dgm:cxnLst>
    <dgm:cxn modelId="{4296A410-1827-454A-A8EC-ED64F7F12E3C}" type="presOf" srcId="{6B9714BA-5FFC-4B4C-8A4E-C017AD1C78C3}" destId="{CEBD6035-B7C0-4CED-B1B4-AE629B700434}" srcOrd="0" destOrd="0" presId="urn:microsoft.com/office/officeart/2005/8/layout/default"/>
    <dgm:cxn modelId="{6DA65222-C559-4487-A4A7-2A90DE458226}" type="presOf" srcId="{A4941905-27E0-47E9-A509-0DAC3D2F56AA}" destId="{207147A7-28C5-4E80-8AAC-CD54AA466966}" srcOrd="0" destOrd="0" presId="urn:microsoft.com/office/officeart/2005/8/layout/default"/>
    <dgm:cxn modelId="{20081D2B-BCF4-4EBA-86F2-2986887D2085}" srcId="{E4183BEF-9C79-4AF0-ACF8-A9986968955A}" destId="{6B9714BA-5FFC-4B4C-8A4E-C017AD1C78C3}" srcOrd="1" destOrd="0" parTransId="{BC2E1D81-D5F5-4194-A2B2-01589FEE63F9}" sibTransId="{6E9CA115-E1E1-45E7-817F-8E61DB4CEE71}"/>
    <dgm:cxn modelId="{1432E93F-F54B-4111-8223-565DC412168A}" srcId="{E4183BEF-9C79-4AF0-ACF8-A9986968955A}" destId="{64E195AB-5E30-4341-998C-AC663EE6DF50}" srcOrd="3" destOrd="0" parTransId="{05017CDE-863B-4ADE-84BD-EFD7543FE5E8}" sibTransId="{B04BA8C3-EC76-4C9C-9EA5-44C580F7A758}"/>
    <dgm:cxn modelId="{07AA2646-B185-4082-8D49-FE3F50797850}" srcId="{E4183BEF-9C79-4AF0-ACF8-A9986968955A}" destId="{B24A9762-207D-4824-BFD6-ADE1A4ADC1FB}" srcOrd="2" destOrd="0" parTransId="{D1E51FEB-1A97-4E61-902B-A71C62C15874}" sibTransId="{60D16A78-7393-4F46-BB83-0A89EB01635B}"/>
    <dgm:cxn modelId="{60A85B47-CD92-4005-8739-29F514839BDE}" type="presOf" srcId="{420E7CDF-83E5-47D7-BB23-2EC80941CB2D}" destId="{6CED373B-32A1-4056-9DE9-11D0F80C97D1}" srcOrd="0" destOrd="0" presId="urn:microsoft.com/office/officeart/2005/8/layout/default"/>
    <dgm:cxn modelId="{15DA586D-E5E6-4C8A-968E-26AFA855E565}" type="presOf" srcId="{E4183BEF-9C79-4AF0-ACF8-A9986968955A}" destId="{7A87BE1E-CBEA-4D5C-9B35-CEC06F108A31}" srcOrd="0" destOrd="0" presId="urn:microsoft.com/office/officeart/2005/8/layout/default"/>
    <dgm:cxn modelId="{379D026F-0EE2-4D7D-8487-4CA1F2A2D427}" srcId="{E4183BEF-9C79-4AF0-ACF8-A9986968955A}" destId="{A4941905-27E0-47E9-A509-0DAC3D2F56AA}" srcOrd="4" destOrd="0" parTransId="{801E99FE-4596-41F7-977C-B7FC2DC4A8BE}" sibTransId="{06806FF0-B924-4693-B1E6-FD12300DDC6B}"/>
    <dgm:cxn modelId="{1D214476-312E-4A09-B80F-F678AE6BA2A7}" type="presOf" srcId="{B24A9762-207D-4824-BFD6-ADE1A4ADC1FB}" destId="{2E0A85B2-C7A2-4A36-B6F7-DECAEBFCA3DF}" srcOrd="0" destOrd="0" presId="urn:microsoft.com/office/officeart/2005/8/layout/default"/>
    <dgm:cxn modelId="{E7368185-539E-4DE0-AB69-EF469A1532C7}" type="presOf" srcId="{64E195AB-5E30-4341-998C-AC663EE6DF50}" destId="{E204EC0A-FC65-4F51-BD87-A3DDC108C99C}" srcOrd="0" destOrd="0" presId="urn:microsoft.com/office/officeart/2005/8/layout/default"/>
    <dgm:cxn modelId="{301AA6ED-380E-4BE9-9275-E38DE6DF25AC}" srcId="{E4183BEF-9C79-4AF0-ACF8-A9986968955A}" destId="{420E7CDF-83E5-47D7-BB23-2EC80941CB2D}" srcOrd="0" destOrd="0" parTransId="{74B9A46C-DAA0-4B82-8B15-D48F53258B5E}" sibTransId="{B6279804-FFF4-420B-B28D-AD2777840D66}"/>
    <dgm:cxn modelId="{435274AD-A13D-47BC-9B0A-423949C75C5D}" type="presParOf" srcId="{7A87BE1E-CBEA-4D5C-9B35-CEC06F108A31}" destId="{6CED373B-32A1-4056-9DE9-11D0F80C97D1}" srcOrd="0" destOrd="0" presId="urn:microsoft.com/office/officeart/2005/8/layout/default"/>
    <dgm:cxn modelId="{E081152B-C431-4A33-9F98-D3564E46A7EA}" type="presParOf" srcId="{7A87BE1E-CBEA-4D5C-9B35-CEC06F108A31}" destId="{327D2701-C487-4B14-AC6E-4B775DBC70C9}" srcOrd="1" destOrd="0" presId="urn:microsoft.com/office/officeart/2005/8/layout/default"/>
    <dgm:cxn modelId="{0AB3164F-B16D-4D82-8981-B89494A9879F}" type="presParOf" srcId="{7A87BE1E-CBEA-4D5C-9B35-CEC06F108A31}" destId="{CEBD6035-B7C0-4CED-B1B4-AE629B700434}" srcOrd="2" destOrd="0" presId="urn:microsoft.com/office/officeart/2005/8/layout/default"/>
    <dgm:cxn modelId="{E9725F4B-E741-47E8-8865-362BD7C07DE5}" type="presParOf" srcId="{7A87BE1E-CBEA-4D5C-9B35-CEC06F108A31}" destId="{B47707FC-55E2-4D4E-B79E-D926D65E9298}" srcOrd="3" destOrd="0" presId="urn:microsoft.com/office/officeart/2005/8/layout/default"/>
    <dgm:cxn modelId="{E7147858-F635-4E89-BE1D-8B16DC42D09E}" type="presParOf" srcId="{7A87BE1E-CBEA-4D5C-9B35-CEC06F108A31}" destId="{2E0A85B2-C7A2-4A36-B6F7-DECAEBFCA3DF}" srcOrd="4" destOrd="0" presId="urn:microsoft.com/office/officeart/2005/8/layout/default"/>
    <dgm:cxn modelId="{2AFF4133-ECC8-4C2E-8991-398C0900BBB6}" type="presParOf" srcId="{7A87BE1E-CBEA-4D5C-9B35-CEC06F108A31}" destId="{8EB53339-0842-4FC9-856C-67356981A8E2}" srcOrd="5" destOrd="0" presId="urn:microsoft.com/office/officeart/2005/8/layout/default"/>
    <dgm:cxn modelId="{9DF8F5A9-B89F-4529-8AE1-5CCDD3C6DF09}" type="presParOf" srcId="{7A87BE1E-CBEA-4D5C-9B35-CEC06F108A31}" destId="{E204EC0A-FC65-4F51-BD87-A3DDC108C99C}" srcOrd="6" destOrd="0" presId="urn:microsoft.com/office/officeart/2005/8/layout/default"/>
    <dgm:cxn modelId="{9118BF0F-0AAB-4CAE-B4F0-4992DB4CB204}" type="presParOf" srcId="{7A87BE1E-CBEA-4D5C-9B35-CEC06F108A31}" destId="{77D999C5-A977-41DB-A3A9-619F4F11A107}" srcOrd="7" destOrd="0" presId="urn:microsoft.com/office/officeart/2005/8/layout/default"/>
    <dgm:cxn modelId="{2F81931A-ABD1-4C43-9AA9-A10086383E73}" type="presParOf" srcId="{7A87BE1E-CBEA-4D5C-9B35-CEC06F108A31}" destId="{207147A7-28C5-4E80-8AAC-CD54AA466966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B1F9AC5-D3AE-45CE-960F-C12F250530A9}" type="doc">
      <dgm:prSet loTypeId="urn:microsoft.com/office/officeart/2008/layout/LinedList" loCatId="list" qsTypeId="urn:microsoft.com/office/officeart/2005/8/quickstyle/simple1" qsCatId="simple" csTypeId="urn:microsoft.com/office/officeart/2005/8/colors/accent4_2" csCatId="accent4"/>
      <dgm:spPr/>
      <dgm:t>
        <a:bodyPr/>
        <a:lstStyle/>
        <a:p>
          <a:endParaRPr lang="en-US"/>
        </a:p>
      </dgm:t>
    </dgm:pt>
    <dgm:pt modelId="{60E5005E-7C42-4950-BADD-0C77D49F7475}">
      <dgm:prSet/>
      <dgm:spPr/>
      <dgm:t>
        <a:bodyPr/>
        <a:lstStyle/>
        <a:p>
          <a:r>
            <a:rPr lang="en-US"/>
            <a:t>Tách riêng: ảnh sản phẩm, ảnh bảng thông số, ảnh chi tiết</a:t>
          </a:r>
        </a:p>
      </dgm:t>
    </dgm:pt>
    <dgm:pt modelId="{6F7AC624-FA54-4F92-A53C-02D72E7A554B}" type="parTrans" cxnId="{4E40BA14-1D54-4407-BEF4-4072E39798FE}">
      <dgm:prSet/>
      <dgm:spPr/>
      <dgm:t>
        <a:bodyPr/>
        <a:lstStyle/>
        <a:p>
          <a:endParaRPr lang="en-US"/>
        </a:p>
      </dgm:t>
    </dgm:pt>
    <dgm:pt modelId="{1A4CFC8B-CA97-437A-B944-15CB11FDA35A}" type="sibTrans" cxnId="{4E40BA14-1D54-4407-BEF4-4072E39798FE}">
      <dgm:prSet/>
      <dgm:spPr/>
      <dgm:t>
        <a:bodyPr/>
        <a:lstStyle/>
        <a:p>
          <a:endParaRPr lang="en-US"/>
        </a:p>
      </dgm:t>
    </dgm:pt>
    <dgm:pt modelId="{FAE6776A-B06C-42A0-AA06-175C625FFD07}">
      <dgm:prSet/>
      <dgm:spPr/>
      <dgm:t>
        <a:bodyPr/>
        <a:lstStyle/>
        <a:p>
          <a:r>
            <a:rPr lang="en-US"/>
            <a:t>Đặt tên theo thứ tự xuất hiện trong bộ ảnh</a:t>
          </a:r>
        </a:p>
      </dgm:t>
    </dgm:pt>
    <dgm:pt modelId="{2133B881-6306-4EB1-AA30-44A8759CF0EE}" type="parTrans" cxnId="{3181925F-4692-4810-907B-7354C7166023}">
      <dgm:prSet/>
      <dgm:spPr/>
      <dgm:t>
        <a:bodyPr/>
        <a:lstStyle/>
        <a:p>
          <a:endParaRPr lang="en-US"/>
        </a:p>
      </dgm:t>
    </dgm:pt>
    <dgm:pt modelId="{3B4B7AEF-3E07-492F-9CE7-81FCA6D73210}" type="sibTrans" cxnId="{3181925F-4692-4810-907B-7354C7166023}">
      <dgm:prSet/>
      <dgm:spPr/>
      <dgm:t>
        <a:bodyPr/>
        <a:lstStyle/>
        <a:p>
          <a:endParaRPr lang="en-US"/>
        </a:p>
      </dgm:t>
    </dgm:pt>
    <dgm:pt modelId="{E5BB1976-6AB0-4A6B-AF18-95D3CBE24252}">
      <dgm:prSet/>
      <dgm:spPr/>
      <dgm:t>
        <a:bodyPr/>
        <a:lstStyle/>
        <a:p>
          <a:r>
            <a:rPr lang="en-US"/>
            <a:t>Loại bỏ watermark và thông tin nguồn trước khi làm</a:t>
          </a:r>
        </a:p>
      </dgm:t>
    </dgm:pt>
    <dgm:pt modelId="{62905810-5B57-4815-81E6-E901F3200B7C}" type="parTrans" cxnId="{3A22F0BA-E602-4D2D-847C-D32123B6C788}">
      <dgm:prSet/>
      <dgm:spPr/>
      <dgm:t>
        <a:bodyPr/>
        <a:lstStyle/>
        <a:p>
          <a:endParaRPr lang="en-US"/>
        </a:p>
      </dgm:t>
    </dgm:pt>
    <dgm:pt modelId="{D47190D8-F133-4655-BD12-378373CE98EA}" type="sibTrans" cxnId="{3A22F0BA-E602-4D2D-847C-D32123B6C788}">
      <dgm:prSet/>
      <dgm:spPr/>
      <dgm:t>
        <a:bodyPr/>
        <a:lstStyle/>
        <a:p>
          <a:endParaRPr lang="en-US"/>
        </a:p>
      </dgm:t>
    </dgm:pt>
    <dgm:pt modelId="{473BE7F0-331B-4D40-966A-50E2AACAE147}" type="pres">
      <dgm:prSet presAssocID="{9B1F9AC5-D3AE-45CE-960F-C12F250530A9}" presName="vert0" presStyleCnt="0">
        <dgm:presLayoutVars>
          <dgm:dir/>
          <dgm:animOne val="branch"/>
          <dgm:animLvl val="lvl"/>
        </dgm:presLayoutVars>
      </dgm:prSet>
      <dgm:spPr/>
    </dgm:pt>
    <dgm:pt modelId="{7A2FE27F-42B0-4135-ACC1-E7A1B36443AE}" type="pres">
      <dgm:prSet presAssocID="{60E5005E-7C42-4950-BADD-0C77D49F7475}" presName="thickLine" presStyleLbl="alignNode1" presStyleIdx="0" presStyleCnt="3"/>
      <dgm:spPr/>
    </dgm:pt>
    <dgm:pt modelId="{EC4D0F10-0B25-4E1D-9A36-EDC52E1AEA8E}" type="pres">
      <dgm:prSet presAssocID="{60E5005E-7C42-4950-BADD-0C77D49F7475}" presName="horz1" presStyleCnt="0"/>
      <dgm:spPr/>
    </dgm:pt>
    <dgm:pt modelId="{704C2017-473B-4C16-BE11-E93CA9EFA4F1}" type="pres">
      <dgm:prSet presAssocID="{60E5005E-7C42-4950-BADD-0C77D49F7475}" presName="tx1" presStyleLbl="revTx" presStyleIdx="0" presStyleCnt="3"/>
      <dgm:spPr/>
    </dgm:pt>
    <dgm:pt modelId="{54C10A8C-28F8-4AC9-BF5B-3567B527A3B7}" type="pres">
      <dgm:prSet presAssocID="{60E5005E-7C42-4950-BADD-0C77D49F7475}" presName="vert1" presStyleCnt="0"/>
      <dgm:spPr/>
    </dgm:pt>
    <dgm:pt modelId="{E0683656-F004-4448-AECD-6BC297E7BED0}" type="pres">
      <dgm:prSet presAssocID="{FAE6776A-B06C-42A0-AA06-175C625FFD07}" presName="thickLine" presStyleLbl="alignNode1" presStyleIdx="1" presStyleCnt="3"/>
      <dgm:spPr/>
    </dgm:pt>
    <dgm:pt modelId="{71BD8ACA-ED08-4096-9CE1-4C4501FC7F84}" type="pres">
      <dgm:prSet presAssocID="{FAE6776A-B06C-42A0-AA06-175C625FFD07}" presName="horz1" presStyleCnt="0"/>
      <dgm:spPr/>
    </dgm:pt>
    <dgm:pt modelId="{CC6810BF-340B-452D-8335-FDB88611890D}" type="pres">
      <dgm:prSet presAssocID="{FAE6776A-B06C-42A0-AA06-175C625FFD07}" presName="tx1" presStyleLbl="revTx" presStyleIdx="1" presStyleCnt="3"/>
      <dgm:spPr/>
    </dgm:pt>
    <dgm:pt modelId="{F2964818-D440-4280-ABC2-A388D2A17299}" type="pres">
      <dgm:prSet presAssocID="{FAE6776A-B06C-42A0-AA06-175C625FFD07}" presName="vert1" presStyleCnt="0"/>
      <dgm:spPr/>
    </dgm:pt>
    <dgm:pt modelId="{0DC592FE-F4EA-4CE6-99C2-5F56BF962FE0}" type="pres">
      <dgm:prSet presAssocID="{E5BB1976-6AB0-4A6B-AF18-95D3CBE24252}" presName="thickLine" presStyleLbl="alignNode1" presStyleIdx="2" presStyleCnt="3"/>
      <dgm:spPr/>
    </dgm:pt>
    <dgm:pt modelId="{5A1E31D6-5CE6-44D0-B052-B3EEB76F081E}" type="pres">
      <dgm:prSet presAssocID="{E5BB1976-6AB0-4A6B-AF18-95D3CBE24252}" presName="horz1" presStyleCnt="0"/>
      <dgm:spPr/>
    </dgm:pt>
    <dgm:pt modelId="{0FBB358C-1D3D-442F-AAAF-D615294B8171}" type="pres">
      <dgm:prSet presAssocID="{E5BB1976-6AB0-4A6B-AF18-95D3CBE24252}" presName="tx1" presStyleLbl="revTx" presStyleIdx="2" presStyleCnt="3"/>
      <dgm:spPr/>
    </dgm:pt>
    <dgm:pt modelId="{028A0B9B-B16F-490B-8F8E-69146A603EF7}" type="pres">
      <dgm:prSet presAssocID="{E5BB1976-6AB0-4A6B-AF18-95D3CBE24252}" presName="vert1" presStyleCnt="0"/>
      <dgm:spPr/>
    </dgm:pt>
  </dgm:ptLst>
  <dgm:cxnLst>
    <dgm:cxn modelId="{1DC4F509-8950-4777-843F-822E13579A03}" type="presOf" srcId="{9B1F9AC5-D3AE-45CE-960F-C12F250530A9}" destId="{473BE7F0-331B-4D40-966A-50E2AACAE147}" srcOrd="0" destOrd="0" presId="urn:microsoft.com/office/officeart/2008/layout/LinedList"/>
    <dgm:cxn modelId="{4E40BA14-1D54-4407-BEF4-4072E39798FE}" srcId="{9B1F9AC5-D3AE-45CE-960F-C12F250530A9}" destId="{60E5005E-7C42-4950-BADD-0C77D49F7475}" srcOrd="0" destOrd="0" parTransId="{6F7AC624-FA54-4F92-A53C-02D72E7A554B}" sibTransId="{1A4CFC8B-CA97-437A-B944-15CB11FDA35A}"/>
    <dgm:cxn modelId="{3181925F-4692-4810-907B-7354C7166023}" srcId="{9B1F9AC5-D3AE-45CE-960F-C12F250530A9}" destId="{FAE6776A-B06C-42A0-AA06-175C625FFD07}" srcOrd="1" destOrd="0" parTransId="{2133B881-6306-4EB1-AA30-44A8759CF0EE}" sibTransId="{3B4B7AEF-3E07-492F-9CE7-81FCA6D73210}"/>
    <dgm:cxn modelId="{E223FB75-4637-45ED-8A46-DB8FE48886D6}" type="presOf" srcId="{60E5005E-7C42-4950-BADD-0C77D49F7475}" destId="{704C2017-473B-4C16-BE11-E93CA9EFA4F1}" srcOrd="0" destOrd="0" presId="urn:microsoft.com/office/officeart/2008/layout/LinedList"/>
    <dgm:cxn modelId="{3A22F0BA-E602-4D2D-847C-D32123B6C788}" srcId="{9B1F9AC5-D3AE-45CE-960F-C12F250530A9}" destId="{E5BB1976-6AB0-4A6B-AF18-95D3CBE24252}" srcOrd="2" destOrd="0" parTransId="{62905810-5B57-4815-81E6-E901F3200B7C}" sibTransId="{D47190D8-F133-4655-BD12-378373CE98EA}"/>
    <dgm:cxn modelId="{2EABA4CD-183D-434C-B96D-B44AB1CBE59E}" type="presOf" srcId="{FAE6776A-B06C-42A0-AA06-175C625FFD07}" destId="{CC6810BF-340B-452D-8335-FDB88611890D}" srcOrd="0" destOrd="0" presId="urn:microsoft.com/office/officeart/2008/layout/LinedList"/>
    <dgm:cxn modelId="{FF98A7ED-A129-4D88-B519-0D76D86D5BDF}" type="presOf" srcId="{E5BB1976-6AB0-4A6B-AF18-95D3CBE24252}" destId="{0FBB358C-1D3D-442F-AAAF-D615294B8171}" srcOrd="0" destOrd="0" presId="urn:microsoft.com/office/officeart/2008/layout/LinedList"/>
    <dgm:cxn modelId="{7A82E268-FEE2-423E-94B0-83E3491BD4C9}" type="presParOf" srcId="{473BE7F0-331B-4D40-966A-50E2AACAE147}" destId="{7A2FE27F-42B0-4135-ACC1-E7A1B36443AE}" srcOrd="0" destOrd="0" presId="urn:microsoft.com/office/officeart/2008/layout/LinedList"/>
    <dgm:cxn modelId="{9AB8E857-76F6-4A70-8156-D63AD4840CF1}" type="presParOf" srcId="{473BE7F0-331B-4D40-966A-50E2AACAE147}" destId="{EC4D0F10-0B25-4E1D-9A36-EDC52E1AEA8E}" srcOrd="1" destOrd="0" presId="urn:microsoft.com/office/officeart/2008/layout/LinedList"/>
    <dgm:cxn modelId="{DB0ADA40-B3B3-48E0-A057-68DF5F7BC464}" type="presParOf" srcId="{EC4D0F10-0B25-4E1D-9A36-EDC52E1AEA8E}" destId="{704C2017-473B-4C16-BE11-E93CA9EFA4F1}" srcOrd="0" destOrd="0" presId="urn:microsoft.com/office/officeart/2008/layout/LinedList"/>
    <dgm:cxn modelId="{3882ADEE-B22A-4D12-9492-70B9123E902E}" type="presParOf" srcId="{EC4D0F10-0B25-4E1D-9A36-EDC52E1AEA8E}" destId="{54C10A8C-28F8-4AC9-BF5B-3567B527A3B7}" srcOrd="1" destOrd="0" presId="urn:microsoft.com/office/officeart/2008/layout/LinedList"/>
    <dgm:cxn modelId="{3F248849-C818-4DF4-8E33-529A92369F3A}" type="presParOf" srcId="{473BE7F0-331B-4D40-966A-50E2AACAE147}" destId="{E0683656-F004-4448-AECD-6BC297E7BED0}" srcOrd="2" destOrd="0" presId="urn:microsoft.com/office/officeart/2008/layout/LinedList"/>
    <dgm:cxn modelId="{CCCD4F5F-4B18-41EF-B24D-33763E33777E}" type="presParOf" srcId="{473BE7F0-331B-4D40-966A-50E2AACAE147}" destId="{71BD8ACA-ED08-4096-9CE1-4C4501FC7F84}" srcOrd="3" destOrd="0" presId="urn:microsoft.com/office/officeart/2008/layout/LinedList"/>
    <dgm:cxn modelId="{DACEB415-67D2-4647-B663-937E8C63AF54}" type="presParOf" srcId="{71BD8ACA-ED08-4096-9CE1-4C4501FC7F84}" destId="{CC6810BF-340B-452D-8335-FDB88611890D}" srcOrd="0" destOrd="0" presId="urn:microsoft.com/office/officeart/2008/layout/LinedList"/>
    <dgm:cxn modelId="{B5997ACC-F5D2-494C-A635-4E4DC4742955}" type="presParOf" srcId="{71BD8ACA-ED08-4096-9CE1-4C4501FC7F84}" destId="{F2964818-D440-4280-ABC2-A388D2A17299}" srcOrd="1" destOrd="0" presId="urn:microsoft.com/office/officeart/2008/layout/LinedList"/>
    <dgm:cxn modelId="{7FD3AD15-D41D-40EB-8B8F-E2A90C3D5E13}" type="presParOf" srcId="{473BE7F0-331B-4D40-966A-50E2AACAE147}" destId="{0DC592FE-F4EA-4CE6-99C2-5F56BF962FE0}" srcOrd="4" destOrd="0" presId="urn:microsoft.com/office/officeart/2008/layout/LinedList"/>
    <dgm:cxn modelId="{1270A39E-C8B4-4588-BE20-37314C3BF501}" type="presParOf" srcId="{473BE7F0-331B-4D40-966A-50E2AACAE147}" destId="{5A1E31D6-5CE6-44D0-B052-B3EEB76F081E}" srcOrd="5" destOrd="0" presId="urn:microsoft.com/office/officeart/2008/layout/LinedList"/>
    <dgm:cxn modelId="{30F127C4-FAD0-418B-9A56-F63CCEB3BFAC}" type="presParOf" srcId="{5A1E31D6-5CE6-44D0-B052-B3EEB76F081E}" destId="{0FBB358C-1D3D-442F-AAAF-D615294B8171}" srcOrd="0" destOrd="0" presId="urn:microsoft.com/office/officeart/2008/layout/LinedList"/>
    <dgm:cxn modelId="{04ECA595-DDE5-4556-8218-27551100BD82}" type="presParOf" srcId="{5A1E31D6-5CE6-44D0-B052-B3EEB76F081E}" destId="{028A0B9B-B16F-490B-8F8E-69146A603EF7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E7F6BE8-D968-4948-AF7E-BAFAB9252A8E}" type="doc">
      <dgm:prSet loTypeId="urn:microsoft.com/office/officeart/2008/layout/LinedList" loCatId="list" qsTypeId="urn:microsoft.com/office/officeart/2005/8/quickstyle/simple1" qsCatId="simple" csTypeId="urn:microsoft.com/office/officeart/2005/8/colors/accent4_2" csCatId="accent4"/>
      <dgm:spPr/>
      <dgm:t>
        <a:bodyPr/>
        <a:lstStyle/>
        <a:p>
          <a:endParaRPr lang="en-US"/>
        </a:p>
      </dgm:t>
    </dgm:pt>
    <dgm:pt modelId="{AFD46F5C-B37F-4828-B512-672004991623}">
      <dgm:prSet/>
      <dgm:spPr/>
      <dgm:t>
        <a:bodyPr/>
        <a:lstStyle/>
        <a:p>
          <a:r>
            <a:rPr lang="en-US"/>
            <a:t>Chọn vùng chính bằng Object/Quick Selection</a:t>
          </a:r>
        </a:p>
      </dgm:t>
    </dgm:pt>
    <dgm:pt modelId="{2C15D947-BA7A-4FE0-90F6-E1B890B4D2AA}" type="parTrans" cxnId="{633044E6-4BDE-4A6D-B0A4-7E4A7BF57C3E}">
      <dgm:prSet/>
      <dgm:spPr/>
      <dgm:t>
        <a:bodyPr/>
        <a:lstStyle/>
        <a:p>
          <a:endParaRPr lang="en-US"/>
        </a:p>
      </dgm:t>
    </dgm:pt>
    <dgm:pt modelId="{AE75CA64-350B-4EB0-9770-314DCCB2FBF0}" type="sibTrans" cxnId="{633044E6-4BDE-4A6D-B0A4-7E4A7BF57C3E}">
      <dgm:prSet/>
      <dgm:spPr/>
      <dgm:t>
        <a:bodyPr/>
        <a:lstStyle/>
        <a:p>
          <a:endParaRPr lang="en-US"/>
        </a:p>
      </dgm:t>
    </dgm:pt>
    <dgm:pt modelId="{41B70966-9C9A-454A-A70B-E4B0E86485F0}">
      <dgm:prSet/>
      <dgm:spPr/>
      <dgm:t>
        <a:bodyPr/>
        <a:lstStyle/>
        <a:p>
          <a:r>
            <a:rPr lang="en-US"/>
            <a:t>Mở Select and Mask để làm sạch viền</a:t>
          </a:r>
        </a:p>
      </dgm:t>
    </dgm:pt>
    <dgm:pt modelId="{3C8A6185-2F7A-4280-921D-6DD1A8E977B7}" type="parTrans" cxnId="{ABCF2971-621E-4103-B0C0-5E4052DB54FE}">
      <dgm:prSet/>
      <dgm:spPr/>
      <dgm:t>
        <a:bodyPr/>
        <a:lstStyle/>
        <a:p>
          <a:endParaRPr lang="en-US"/>
        </a:p>
      </dgm:t>
    </dgm:pt>
    <dgm:pt modelId="{613C1861-067D-46FC-BC9D-AC822E2DC9F2}" type="sibTrans" cxnId="{ABCF2971-621E-4103-B0C0-5E4052DB54FE}">
      <dgm:prSet/>
      <dgm:spPr/>
      <dgm:t>
        <a:bodyPr/>
        <a:lstStyle/>
        <a:p>
          <a:endParaRPr lang="en-US"/>
        </a:p>
      </dgm:t>
    </dgm:pt>
    <dgm:pt modelId="{9BE97A6C-9948-4E3A-A120-A02DF24CD6B9}">
      <dgm:prSet/>
      <dgm:spPr/>
      <dgm:t>
        <a:bodyPr/>
        <a:lstStyle/>
        <a:p>
          <a:r>
            <a:rPr lang="en-US"/>
            <a:t>Tinh chỉnh Radius, Smooth, Feather vừa phải</a:t>
          </a:r>
        </a:p>
      </dgm:t>
    </dgm:pt>
    <dgm:pt modelId="{9A6D0462-06CD-429A-A655-F23E48449CAF}" type="parTrans" cxnId="{F938287B-5BC5-4CE7-B3F4-074C236B34C4}">
      <dgm:prSet/>
      <dgm:spPr/>
      <dgm:t>
        <a:bodyPr/>
        <a:lstStyle/>
        <a:p>
          <a:endParaRPr lang="en-US"/>
        </a:p>
      </dgm:t>
    </dgm:pt>
    <dgm:pt modelId="{E3F11D23-5CCA-4AF4-BC6E-90918DE69074}" type="sibTrans" cxnId="{F938287B-5BC5-4CE7-B3F4-074C236B34C4}">
      <dgm:prSet/>
      <dgm:spPr/>
      <dgm:t>
        <a:bodyPr/>
        <a:lstStyle/>
        <a:p>
          <a:endParaRPr lang="en-US"/>
        </a:p>
      </dgm:t>
    </dgm:pt>
    <dgm:pt modelId="{F9528DB2-B808-436E-A185-A42E54FD5213}">
      <dgm:prSet/>
      <dgm:spPr/>
      <dgm:t>
        <a:bodyPr/>
        <a:lstStyle/>
        <a:p>
          <a:r>
            <a:rPr lang="en-US"/>
            <a:t>Dùng Decontaminate Colors để giảm lem nền</a:t>
          </a:r>
        </a:p>
      </dgm:t>
    </dgm:pt>
    <dgm:pt modelId="{36A28222-4FD3-4BF4-9782-1B9E976EE8B1}" type="parTrans" cxnId="{4AA577F8-1D8C-4E4B-A029-69986FC2F3DA}">
      <dgm:prSet/>
      <dgm:spPr/>
      <dgm:t>
        <a:bodyPr/>
        <a:lstStyle/>
        <a:p>
          <a:endParaRPr lang="en-US"/>
        </a:p>
      </dgm:t>
    </dgm:pt>
    <dgm:pt modelId="{20D773AF-43FF-48B5-9EF8-6F0AFAC996F3}" type="sibTrans" cxnId="{4AA577F8-1D8C-4E4B-A029-69986FC2F3DA}">
      <dgm:prSet/>
      <dgm:spPr/>
      <dgm:t>
        <a:bodyPr/>
        <a:lstStyle/>
        <a:p>
          <a:endParaRPr lang="en-US"/>
        </a:p>
      </dgm:t>
    </dgm:pt>
    <dgm:pt modelId="{37D3D06E-94D8-4394-A8A7-1AD7A7114D95}" type="pres">
      <dgm:prSet presAssocID="{4E7F6BE8-D968-4948-AF7E-BAFAB9252A8E}" presName="vert0" presStyleCnt="0">
        <dgm:presLayoutVars>
          <dgm:dir/>
          <dgm:animOne val="branch"/>
          <dgm:animLvl val="lvl"/>
        </dgm:presLayoutVars>
      </dgm:prSet>
      <dgm:spPr/>
    </dgm:pt>
    <dgm:pt modelId="{D2CAB344-F9B1-470A-887E-C62DE5CBED8D}" type="pres">
      <dgm:prSet presAssocID="{AFD46F5C-B37F-4828-B512-672004991623}" presName="thickLine" presStyleLbl="alignNode1" presStyleIdx="0" presStyleCnt="4"/>
      <dgm:spPr/>
    </dgm:pt>
    <dgm:pt modelId="{EA01F52C-4BAA-4783-A721-8347522C9935}" type="pres">
      <dgm:prSet presAssocID="{AFD46F5C-B37F-4828-B512-672004991623}" presName="horz1" presStyleCnt="0"/>
      <dgm:spPr/>
    </dgm:pt>
    <dgm:pt modelId="{1C35E96A-6A18-4F99-BE1B-8C55C74C33A6}" type="pres">
      <dgm:prSet presAssocID="{AFD46F5C-B37F-4828-B512-672004991623}" presName="tx1" presStyleLbl="revTx" presStyleIdx="0" presStyleCnt="4"/>
      <dgm:spPr/>
    </dgm:pt>
    <dgm:pt modelId="{261DF927-7EB0-4589-B3A8-BB5E2A19BEA3}" type="pres">
      <dgm:prSet presAssocID="{AFD46F5C-B37F-4828-B512-672004991623}" presName="vert1" presStyleCnt="0"/>
      <dgm:spPr/>
    </dgm:pt>
    <dgm:pt modelId="{BD7B95CA-4E22-4278-8326-6D585B087819}" type="pres">
      <dgm:prSet presAssocID="{41B70966-9C9A-454A-A70B-E4B0E86485F0}" presName="thickLine" presStyleLbl="alignNode1" presStyleIdx="1" presStyleCnt="4"/>
      <dgm:spPr/>
    </dgm:pt>
    <dgm:pt modelId="{341B327D-EFA0-46DA-82FA-DA7165012751}" type="pres">
      <dgm:prSet presAssocID="{41B70966-9C9A-454A-A70B-E4B0E86485F0}" presName="horz1" presStyleCnt="0"/>
      <dgm:spPr/>
    </dgm:pt>
    <dgm:pt modelId="{FAC3086B-113D-4896-9C4D-AF27FCA18A2E}" type="pres">
      <dgm:prSet presAssocID="{41B70966-9C9A-454A-A70B-E4B0E86485F0}" presName="tx1" presStyleLbl="revTx" presStyleIdx="1" presStyleCnt="4"/>
      <dgm:spPr/>
    </dgm:pt>
    <dgm:pt modelId="{685F41A5-A899-44DA-AEFE-8053BCFE5FE9}" type="pres">
      <dgm:prSet presAssocID="{41B70966-9C9A-454A-A70B-E4B0E86485F0}" presName="vert1" presStyleCnt="0"/>
      <dgm:spPr/>
    </dgm:pt>
    <dgm:pt modelId="{9B107778-FC90-4C55-BAD2-6A51DD14E400}" type="pres">
      <dgm:prSet presAssocID="{9BE97A6C-9948-4E3A-A120-A02DF24CD6B9}" presName="thickLine" presStyleLbl="alignNode1" presStyleIdx="2" presStyleCnt="4"/>
      <dgm:spPr/>
    </dgm:pt>
    <dgm:pt modelId="{4D7BE060-1039-4CEB-A9C6-361A6559B96C}" type="pres">
      <dgm:prSet presAssocID="{9BE97A6C-9948-4E3A-A120-A02DF24CD6B9}" presName="horz1" presStyleCnt="0"/>
      <dgm:spPr/>
    </dgm:pt>
    <dgm:pt modelId="{9E0A4E82-1C3A-4A0E-A8FF-BFE92BB00D89}" type="pres">
      <dgm:prSet presAssocID="{9BE97A6C-9948-4E3A-A120-A02DF24CD6B9}" presName="tx1" presStyleLbl="revTx" presStyleIdx="2" presStyleCnt="4"/>
      <dgm:spPr/>
    </dgm:pt>
    <dgm:pt modelId="{C3C69DFA-4FBE-4254-BE40-AE1AB8E35FA2}" type="pres">
      <dgm:prSet presAssocID="{9BE97A6C-9948-4E3A-A120-A02DF24CD6B9}" presName="vert1" presStyleCnt="0"/>
      <dgm:spPr/>
    </dgm:pt>
    <dgm:pt modelId="{A55844FF-1507-4590-933A-702E2542B24B}" type="pres">
      <dgm:prSet presAssocID="{F9528DB2-B808-436E-A185-A42E54FD5213}" presName="thickLine" presStyleLbl="alignNode1" presStyleIdx="3" presStyleCnt="4"/>
      <dgm:spPr/>
    </dgm:pt>
    <dgm:pt modelId="{52F745DE-7644-4151-8599-915816010513}" type="pres">
      <dgm:prSet presAssocID="{F9528DB2-B808-436E-A185-A42E54FD5213}" presName="horz1" presStyleCnt="0"/>
      <dgm:spPr/>
    </dgm:pt>
    <dgm:pt modelId="{7D1C7754-F3A0-4FD3-AF8F-AAA8F5C2A8D6}" type="pres">
      <dgm:prSet presAssocID="{F9528DB2-B808-436E-A185-A42E54FD5213}" presName="tx1" presStyleLbl="revTx" presStyleIdx="3" presStyleCnt="4"/>
      <dgm:spPr/>
    </dgm:pt>
    <dgm:pt modelId="{347DF801-A366-4BD1-892E-0178BFBF9960}" type="pres">
      <dgm:prSet presAssocID="{F9528DB2-B808-436E-A185-A42E54FD5213}" presName="vert1" presStyleCnt="0"/>
      <dgm:spPr/>
    </dgm:pt>
  </dgm:ptLst>
  <dgm:cxnLst>
    <dgm:cxn modelId="{9F50D63E-1ECA-449B-8CC1-C1BC00DEFF70}" type="presOf" srcId="{F9528DB2-B808-436E-A185-A42E54FD5213}" destId="{7D1C7754-F3A0-4FD3-AF8F-AAA8F5C2A8D6}" srcOrd="0" destOrd="0" presId="urn:microsoft.com/office/officeart/2008/layout/LinedList"/>
    <dgm:cxn modelId="{ABCF2971-621E-4103-B0C0-5E4052DB54FE}" srcId="{4E7F6BE8-D968-4948-AF7E-BAFAB9252A8E}" destId="{41B70966-9C9A-454A-A70B-E4B0E86485F0}" srcOrd="1" destOrd="0" parTransId="{3C8A6185-2F7A-4280-921D-6DD1A8E977B7}" sibTransId="{613C1861-067D-46FC-BC9D-AC822E2DC9F2}"/>
    <dgm:cxn modelId="{F938287B-5BC5-4CE7-B3F4-074C236B34C4}" srcId="{4E7F6BE8-D968-4948-AF7E-BAFAB9252A8E}" destId="{9BE97A6C-9948-4E3A-A120-A02DF24CD6B9}" srcOrd="2" destOrd="0" parTransId="{9A6D0462-06CD-429A-A655-F23E48449CAF}" sibTransId="{E3F11D23-5CCA-4AF4-BC6E-90918DE69074}"/>
    <dgm:cxn modelId="{67B1468E-27B7-4DB6-B6F4-4443646EAA0B}" type="presOf" srcId="{AFD46F5C-B37F-4828-B512-672004991623}" destId="{1C35E96A-6A18-4F99-BE1B-8C55C74C33A6}" srcOrd="0" destOrd="0" presId="urn:microsoft.com/office/officeart/2008/layout/LinedList"/>
    <dgm:cxn modelId="{9241F7A6-CB68-4F08-A800-558790B4695D}" type="presOf" srcId="{4E7F6BE8-D968-4948-AF7E-BAFAB9252A8E}" destId="{37D3D06E-94D8-4394-A8A7-1AD7A7114D95}" srcOrd="0" destOrd="0" presId="urn:microsoft.com/office/officeart/2008/layout/LinedList"/>
    <dgm:cxn modelId="{0AAD76D9-793D-45CC-B41C-830AC629FB5B}" type="presOf" srcId="{41B70966-9C9A-454A-A70B-E4B0E86485F0}" destId="{FAC3086B-113D-4896-9C4D-AF27FCA18A2E}" srcOrd="0" destOrd="0" presId="urn:microsoft.com/office/officeart/2008/layout/LinedList"/>
    <dgm:cxn modelId="{885DCBE1-EA9E-4E61-87CF-E2F5C70576C0}" type="presOf" srcId="{9BE97A6C-9948-4E3A-A120-A02DF24CD6B9}" destId="{9E0A4E82-1C3A-4A0E-A8FF-BFE92BB00D89}" srcOrd="0" destOrd="0" presId="urn:microsoft.com/office/officeart/2008/layout/LinedList"/>
    <dgm:cxn modelId="{633044E6-4BDE-4A6D-B0A4-7E4A7BF57C3E}" srcId="{4E7F6BE8-D968-4948-AF7E-BAFAB9252A8E}" destId="{AFD46F5C-B37F-4828-B512-672004991623}" srcOrd="0" destOrd="0" parTransId="{2C15D947-BA7A-4FE0-90F6-E1B890B4D2AA}" sibTransId="{AE75CA64-350B-4EB0-9770-314DCCB2FBF0}"/>
    <dgm:cxn modelId="{4AA577F8-1D8C-4E4B-A029-69986FC2F3DA}" srcId="{4E7F6BE8-D968-4948-AF7E-BAFAB9252A8E}" destId="{F9528DB2-B808-436E-A185-A42E54FD5213}" srcOrd="3" destOrd="0" parTransId="{36A28222-4FD3-4BF4-9782-1B9E976EE8B1}" sibTransId="{20D773AF-43FF-48B5-9EF8-6F0AFAC996F3}"/>
    <dgm:cxn modelId="{C51A1865-4F2D-4034-A3B0-2A9E865051B0}" type="presParOf" srcId="{37D3D06E-94D8-4394-A8A7-1AD7A7114D95}" destId="{D2CAB344-F9B1-470A-887E-C62DE5CBED8D}" srcOrd="0" destOrd="0" presId="urn:microsoft.com/office/officeart/2008/layout/LinedList"/>
    <dgm:cxn modelId="{87E9AEC6-15C6-4019-A48F-0B8466C72E0B}" type="presParOf" srcId="{37D3D06E-94D8-4394-A8A7-1AD7A7114D95}" destId="{EA01F52C-4BAA-4783-A721-8347522C9935}" srcOrd="1" destOrd="0" presId="urn:microsoft.com/office/officeart/2008/layout/LinedList"/>
    <dgm:cxn modelId="{72EBF425-D05E-4CAE-855A-8E3019371CB3}" type="presParOf" srcId="{EA01F52C-4BAA-4783-A721-8347522C9935}" destId="{1C35E96A-6A18-4F99-BE1B-8C55C74C33A6}" srcOrd="0" destOrd="0" presId="urn:microsoft.com/office/officeart/2008/layout/LinedList"/>
    <dgm:cxn modelId="{0EB1A78A-5598-4D19-B806-04AEECE17C30}" type="presParOf" srcId="{EA01F52C-4BAA-4783-A721-8347522C9935}" destId="{261DF927-7EB0-4589-B3A8-BB5E2A19BEA3}" srcOrd="1" destOrd="0" presId="urn:microsoft.com/office/officeart/2008/layout/LinedList"/>
    <dgm:cxn modelId="{A736C38D-713C-4C12-BB8C-754B0BEE74AD}" type="presParOf" srcId="{37D3D06E-94D8-4394-A8A7-1AD7A7114D95}" destId="{BD7B95CA-4E22-4278-8326-6D585B087819}" srcOrd="2" destOrd="0" presId="urn:microsoft.com/office/officeart/2008/layout/LinedList"/>
    <dgm:cxn modelId="{1D0E605E-E968-49D5-984E-4F3B30164F28}" type="presParOf" srcId="{37D3D06E-94D8-4394-A8A7-1AD7A7114D95}" destId="{341B327D-EFA0-46DA-82FA-DA7165012751}" srcOrd="3" destOrd="0" presId="urn:microsoft.com/office/officeart/2008/layout/LinedList"/>
    <dgm:cxn modelId="{AB856C41-D42D-427D-8B0A-249A9058F1B6}" type="presParOf" srcId="{341B327D-EFA0-46DA-82FA-DA7165012751}" destId="{FAC3086B-113D-4896-9C4D-AF27FCA18A2E}" srcOrd="0" destOrd="0" presId="urn:microsoft.com/office/officeart/2008/layout/LinedList"/>
    <dgm:cxn modelId="{6DBC0388-7CDE-49C2-84F2-3EEDCF1BE93E}" type="presParOf" srcId="{341B327D-EFA0-46DA-82FA-DA7165012751}" destId="{685F41A5-A899-44DA-AEFE-8053BCFE5FE9}" srcOrd="1" destOrd="0" presId="urn:microsoft.com/office/officeart/2008/layout/LinedList"/>
    <dgm:cxn modelId="{D7ADBCBB-94D3-4F04-B595-4070251CF874}" type="presParOf" srcId="{37D3D06E-94D8-4394-A8A7-1AD7A7114D95}" destId="{9B107778-FC90-4C55-BAD2-6A51DD14E400}" srcOrd="4" destOrd="0" presId="urn:microsoft.com/office/officeart/2008/layout/LinedList"/>
    <dgm:cxn modelId="{31F2F510-EFD6-4714-AB7D-3A1733D4B8B9}" type="presParOf" srcId="{37D3D06E-94D8-4394-A8A7-1AD7A7114D95}" destId="{4D7BE060-1039-4CEB-A9C6-361A6559B96C}" srcOrd="5" destOrd="0" presId="urn:microsoft.com/office/officeart/2008/layout/LinedList"/>
    <dgm:cxn modelId="{4ECAF795-C01B-4284-9E9E-1D763BC14631}" type="presParOf" srcId="{4D7BE060-1039-4CEB-A9C6-361A6559B96C}" destId="{9E0A4E82-1C3A-4A0E-A8FF-BFE92BB00D89}" srcOrd="0" destOrd="0" presId="urn:microsoft.com/office/officeart/2008/layout/LinedList"/>
    <dgm:cxn modelId="{8FA5E767-1F27-4B0F-86E0-68C018C2441A}" type="presParOf" srcId="{4D7BE060-1039-4CEB-A9C6-361A6559B96C}" destId="{C3C69DFA-4FBE-4254-BE40-AE1AB8E35FA2}" srcOrd="1" destOrd="0" presId="urn:microsoft.com/office/officeart/2008/layout/LinedList"/>
    <dgm:cxn modelId="{BA63A927-5F7F-43CF-81E6-8F1253A808F3}" type="presParOf" srcId="{37D3D06E-94D8-4394-A8A7-1AD7A7114D95}" destId="{A55844FF-1507-4590-933A-702E2542B24B}" srcOrd="6" destOrd="0" presId="urn:microsoft.com/office/officeart/2008/layout/LinedList"/>
    <dgm:cxn modelId="{A9EA0C68-56B4-4D05-93C6-5C24FBF9E902}" type="presParOf" srcId="{37D3D06E-94D8-4394-A8A7-1AD7A7114D95}" destId="{52F745DE-7644-4151-8599-915816010513}" srcOrd="7" destOrd="0" presId="urn:microsoft.com/office/officeart/2008/layout/LinedList"/>
    <dgm:cxn modelId="{DA9B6161-8A1D-4132-A219-121E80D17841}" type="presParOf" srcId="{52F745DE-7644-4151-8599-915816010513}" destId="{7D1C7754-F3A0-4FD3-AF8F-AAA8F5C2A8D6}" srcOrd="0" destOrd="0" presId="urn:microsoft.com/office/officeart/2008/layout/LinedList"/>
    <dgm:cxn modelId="{00FEF259-B248-4710-87F4-AE7A62CC4081}" type="presParOf" srcId="{52F745DE-7644-4151-8599-915816010513}" destId="{347DF801-A366-4BD1-892E-0178BFBF996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3A3FA44-C6B0-4321-BD68-E25F88A58055}" type="doc">
      <dgm:prSet loTypeId="urn:microsoft.com/office/officeart/2008/layout/LinedList" loCatId="list" qsTypeId="urn:microsoft.com/office/officeart/2005/8/quickstyle/simple1" qsCatId="simple" csTypeId="urn:microsoft.com/office/officeart/2005/8/colors/accent4_2" csCatId="accent4"/>
      <dgm:spPr/>
      <dgm:t>
        <a:bodyPr/>
        <a:lstStyle/>
        <a:p>
          <a:endParaRPr lang="en-US"/>
        </a:p>
      </dgm:t>
    </dgm:pt>
    <dgm:pt modelId="{0C28C64B-B8BD-477B-857E-55905BA54D10}">
      <dgm:prSet/>
      <dgm:spPr/>
      <dgm:t>
        <a:bodyPr/>
        <a:lstStyle/>
        <a:p>
          <a:r>
            <a:rPr lang="en-US"/>
            <a:t>Chọn màu nền của bảng bằng Color Range</a:t>
          </a:r>
        </a:p>
      </dgm:t>
    </dgm:pt>
    <dgm:pt modelId="{A68CE5BE-1BAA-4991-9243-FEBEB12ADF61}" type="parTrans" cxnId="{155DEE27-9536-41A6-B4E5-B3137128F39C}">
      <dgm:prSet/>
      <dgm:spPr/>
      <dgm:t>
        <a:bodyPr/>
        <a:lstStyle/>
        <a:p>
          <a:endParaRPr lang="en-US"/>
        </a:p>
      </dgm:t>
    </dgm:pt>
    <dgm:pt modelId="{75C3C0DD-9FB9-4452-80C0-40A313119D0A}" type="sibTrans" cxnId="{155DEE27-9536-41A6-B4E5-B3137128F39C}">
      <dgm:prSet/>
      <dgm:spPr/>
      <dgm:t>
        <a:bodyPr/>
        <a:lstStyle/>
        <a:p>
          <a:endParaRPr lang="en-US"/>
        </a:p>
      </dgm:t>
    </dgm:pt>
    <dgm:pt modelId="{0994B837-652A-4BF9-9AA7-E3A5EA758976}">
      <dgm:prSet/>
      <dgm:spPr/>
      <dgm:t>
        <a:bodyPr/>
        <a:lstStyle/>
        <a:p>
          <a:r>
            <a:rPr lang="en-US"/>
            <a:t>Invert vùng chọn để giữ chữ và đường nét</a:t>
          </a:r>
        </a:p>
      </dgm:t>
    </dgm:pt>
    <dgm:pt modelId="{DCF2978F-8F85-4386-90B4-01C7827A80ED}" type="parTrans" cxnId="{B0AC3BAD-5D47-4C49-ACBA-B0A7971575B1}">
      <dgm:prSet/>
      <dgm:spPr/>
      <dgm:t>
        <a:bodyPr/>
        <a:lstStyle/>
        <a:p>
          <a:endParaRPr lang="en-US"/>
        </a:p>
      </dgm:t>
    </dgm:pt>
    <dgm:pt modelId="{57A2E766-052D-415D-A502-FE1563CAA336}" type="sibTrans" cxnId="{B0AC3BAD-5D47-4C49-ACBA-B0A7971575B1}">
      <dgm:prSet/>
      <dgm:spPr/>
      <dgm:t>
        <a:bodyPr/>
        <a:lstStyle/>
        <a:p>
          <a:endParaRPr lang="en-US"/>
        </a:p>
      </dgm:t>
    </dgm:pt>
    <dgm:pt modelId="{E62DA910-EA2E-473D-B113-1A0A1F43BCC7}">
      <dgm:prSet/>
      <dgm:spPr/>
      <dgm:t>
        <a:bodyPr/>
        <a:lstStyle/>
        <a:p>
          <a:r>
            <a:rPr lang="en-US"/>
            <a:t>Tăng contrast nhẹ để bảng rõ ràng</a:t>
          </a:r>
        </a:p>
      </dgm:t>
    </dgm:pt>
    <dgm:pt modelId="{35A458E2-7033-47B3-BEAE-14425764CCCC}" type="parTrans" cxnId="{DE60D04C-AC3D-4B1F-97CD-4D478B632CAB}">
      <dgm:prSet/>
      <dgm:spPr/>
      <dgm:t>
        <a:bodyPr/>
        <a:lstStyle/>
        <a:p>
          <a:endParaRPr lang="en-US"/>
        </a:p>
      </dgm:t>
    </dgm:pt>
    <dgm:pt modelId="{DDCAB996-4B23-494C-8D0C-FFB2C48449B4}" type="sibTrans" cxnId="{DE60D04C-AC3D-4B1F-97CD-4D478B632CAB}">
      <dgm:prSet/>
      <dgm:spPr/>
      <dgm:t>
        <a:bodyPr/>
        <a:lstStyle/>
        <a:p>
          <a:endParaRPr lang="en-US"/>
        </a:p>
      </dgm:t>
    </dgm:pt>
    <dgm:pt modelId="{7472AD03-E049-456D-ADA3-6DBFA1CD44C3}" type="pres">
      <dgm:prSet presAssocID="{43A3FA44-C6B0-4321-BD68-E25F88A58055}" presName="vert0" presStyleCnt="0">
        <dgm:presLayoutVars>
          <dgm:dir/>
          <dgm:animOne val="branch"/>
          <dgm:animLvl val="lvl"/>
        </dgm:presLayoutVars>
      </dgm:prSet>
      <dgm:spPr/>
    </dgm:pt>
    <dgm:pt modelId="{F27D595C-DCEA-479D-A71A-B7725E5A4689}" type="pres">
      <dgm:prSet presAssocID="{0C28C64B-B8BD-477B-857E-55905BA54D10}" presName="thickLine" presStyleLbl="alignNode1" presStyleIdx="0" presStyleCnt="3"/>
      <dgm:spPr/>
    </dgm:pt>
    <dgm:pt modelId="{EDC897A0-3EBB-4E6E-BEFE-6FB588F0F40A}" type="pres">
      <dgm:prSet presAssocID="{0C28C64B-B8BD-477B-857E-55905BA54D10}" presName="horz1" presStyleCnt="0"/>
      <dgm:spPr/>
    </dgm:pt>
    <dgm:pt modelId="{3E89DB13-E3D5-4EFB-A22F-E8EB6B01DA87}" type="pres">
      <dgm:prSet presAssocID="{0C28C64B-B8BD-477B-857E-55905BA54D10}" presName="tx1" presStyleLbl="revTx" presStyleIdx="0" presStyleCnt="3"/>
      <dgm:spPr/>
    </dgm:pt>
    <dgm:pt modelId="{2F93CECD-D5CC-4F57-B6E9-8CE4929E1FE6}" type="pres">
      <dgm:prSet presAssocID="{0C28C64B-B8BD-477B-857E-55905BA54D10}" presName="vert1" presStyleCnt="0"/>
      <dgm:spPr/>
    </dgm:pt>
    <dgm:pt modelId="{7849814B-72A0-46DB-B865-60DD71B35534}" type="pres">
      <dgm:prSet presAssocID="{0994B837-652A-4BF9-9AA7-E3A5EA758976}" presName="thickLine" presStyleLbl="alignNode1" presStyleIdx="1" presStyleCnt="3"/>
      <dgm:spPr/>
    </dgm:pt>
    <dgm:pt modelId="{09874FE0-92BD-4B63-A156-59F3703B3CAD}" type="pres">
      <dgm:prSet presAssocID="{0994B837-652A-4BF9-9AA7-E3A5EA758976}" presName="horz1" presStyleCnt="0"/>
      <dgm:spPr/>
    </dgm:pt>
    <dgm:pt modelId="{BC1C8754-E0C1-4336-B3BB-7123370E7219}" type="pres">
      <dgm:prSet presAssocID="{0994B837-652A-4BF9-9AA7-E3A5EA758976}" presName="tx1" presStyleLbl="revTx" presStyleIdx="1" presStyleCnt="3"/>
      <dgm:spPr/>
    </dgm:pt>
    <dgm:pt modelId="{B8B8A950-4172-4BFE-8FC8-EFFAD14226DF}" type="pres">
      <dgm:prSet presAssocID="{0994B837-652A-4BF9-9AA7-E3A5EA758976}" presName="vert1" presStyleCnt="0"/>
      <dgm:spPr/>
    </dgm:pt>
    <dgm:pt modelId="{E2C73CC1-FA01-4813-B1EF-0B0A9805FC06}" type="pres">
      <dgm:prSet presAssocID="{E62DA910-EA2E-473D-B113-1A0A1F43BCC7}" presName="thickLine" presStyleLbl="alignNode1" presStyleIdx="2" presStyleCnt="3"/>
      <dgm:spPr/>
    </dgm:pt>
    <dgm:pt modelId="{48A9C449-3922-4BBD-A06A-E84CA1EB26C7}" type="pres">
      <dgm:prSet presAssocID="{E62DA910-EA2E-473D-B113-1A0A1F43BCC7}" presName="horz1" presStyleCnt="0"/>
      <dgm:spPr/>
    </dgm:pt>
    <dgm:pt modelId="{30DC15E9-BE2B-4B91-B1C2-6FABBEDC476D}" type="pres">
      <dgm:prSet presAssocID="{E62DA910-EA2E-473D-B113-1A0A1F43BCC7}" presName="tx1" presStyleLbl="revTx" presStyleIdx="2" presStyleCnt="3"/>
      <dgm:spPr/>
    </dgm:pt>
    <dgm:pt modelId="{1AE836D7-F92B-43A0-A84C-1CA1BE899B91}" type="pres">
      <dgm:prSet presAssocID="{E62DA910-EA2E-473D-B113-1A0A1F43BCC7}" presName="vert1" presStyleCnt="0"/>
      <dgm:spPr/>
    </dgm:pt>
  </dgm:ptLst>
  <dgm:cxnLst>
    <dgm:cxn modelId="{04680202-1177-4A2B-B436-31F17FCBA2D6}" type="presOf" srcId="{0994B837-652A-4BF9-9AA7-E3A5EA758976}" destId="{BC1C8754-E0C1-4336-B3BB-7123370E7219}" srcOrd="0" destOrd="0" presId="urn:microsoft.com/office/officeart/2008/layout/LinedList"/>
    <dgm:cxn modelId="{2F51D715-5CFA-4EBD-9FDE-344988105231}" type="presOf" srcId="{E62DA910-EA2E-473D-B113-1A0A1F43BCC7}" destId="{30DC15E9-BE2B-4B91-B1C2-6FABBEDC476D}" srcOrd="0" destOrd="0" presId="urn:microsoft.com/office/officeart/2008/layout/LinedList"/>
    <dgm:cxn modelId="{1BF7841E-170F-4837-AD3B-FF6693CDA338}" type="presOf" srcId="{0C28C64B-B8BD-477B-857E-55905BA54D10}" destId="{3E89DB13-E3D5-4EFB-A22F-E8EB6B01DA87}" srcOrd="0" destOrd="0" presId="urn:microsoft.com/office/officeart/2008/layout/LinedList"/>
    <dgm:cxn modelId="{155DEE27-9536-41A6-B4E5-B3137128F39C}" srcId="{43A3FA44-C6B0-4321-BD68-E25F88A58055}" destId="{0C28C64B-B8BD-477B-857E-55905BA54D10}" srcOrd="0" destOrd="0" parTransId="{A68CE5BE-1BAA-4991-9243-FEBEB12ADF61}" sibTransId="{75C3C0DD-9FB9-4452-80C0-40A313119D0A}"/>
    <dgm:cxn modelId="{DE60D04C-AC3D-4B1F-97CD-4D478B632CAB}" srcId="{43A3FA44-C6B0-4321-BD68-E25F88A58055}" destId="{E62DA910-EA2E-473D-B113-1A0A1F43BCC7}" srcOrd="2" destOrd="0" parTransId="{35A458E2-7033-47B3-BEAE-14425764CCCC}" sibTransId="{DDCAB996-4B23-494C-8D0C-FFB2C48449B4}"/>
    <dgm:cxn modelId="{B0AC3BAD-5D47-4C49-ACBA-B0A7971575B1}" srcId="{43A3FA44-C6B0-4321-BD68-E25F88A58055}" destId="{0994B837-652A-4BF9-9AA7-E3A5EA758976}" srcOrd="1" destOrd="0" parTransId="{DCF2978F-8F85-4386-90B4-01C7827A80ED}" sibTransId="{57A2E766-052D-415D-A502-FE1563CAA336}"/>
    <dgm:cxn modelId="{C21FEEC7-95BD-4C36-BDEA-F7CC08152D6A}" type="presOf" srcId="{43A3FA44-C6B0-4321-BD68-E25F88A58055}" destId="{7472AD03-E049-456D-ADA3-6DBFA1CD44C3}" srcOrd="0" destOrd="0" presId="urn:microsoft.com/office/officeart/2008/layout/LinedList"/>
    <dgm:cxn modelId="{61B23871-BFC4-4389-ACE2-C17CA45D36BC}" type="presParOf" srcId="{7472AD03-E049-456D-ADA3-6DBFA1CD44C3}" destId="{F27D595C-DCEA-479D-A71A-B7725E5A4689}" srcOrd="0" destOrd="0" presId="urn:microsoft.com/office/officeart/2008/layout/LinedList"/>
    <dgm:cxn modelId="{E7DB2251-7768-4D09-A548-8C2F989803B7}" type="presParOf" srcId="{7472AD03-E049-456D-ADA3-6DBFA1CD44C3}" destId="{EDC897A0-3EBB-4E6E-BEFE-6FB588F0F40A}" srcOrd="1" destOrd="0" presId="urn:microsoft.com/office/officeart/2008/layout/LinedList"/>
    <dgm:cxn modelId="{589391F5-8B7A-4037-B114-F0B59890E756}" type="presParOf" srcId="{EDC897A0-3EBB-4E6E-BEFE-6FB588F0F40A}" destId="{3E89DB13-E3D5-4EFB-A22F-E8EB6B01DA87}" srcOrd="0" destOrd="0" presId="urn:microsoft.com/office/officeart/2008/layout/LinedList"/>
    <dgm:cxn modelId="{6A2A209D-CACF-4BE3-8680-D27ACC3D9468}" type="presParOf" srcId="{EDC897A0-3EBB-4E6E-BEFE-6FB588F0F40A}" destId="{2F93CECD-D5CC-4F57-B6E9-8CE4929E1FE6}" srcOrd="1" destOrd="0" presId="urn:microsoft.com/office/officeart/2008/layout/LinedList"/>
    <dgm:cxn modelId="{CB2DDABF-295A-4437-A201-62F8442004E7}" type="presParOf" srcId="{7472AD03-E049-456D-ADA3-6DBFA1CD44C3}" destId="{7849814B-72A0-46DB-B865-60DD71B35534}" srcOrd="2" destOrd="0" presId="urn:microsoft.com/office/officeart/2008/layout/LinedList"/>
    <dgm:cxn modelId="{E63010D6-562B-4411-B4E2-8B7CAC1D8363}" type="presParOf" srcId="{7472AD03-E049-456D-ADA3-6DBFA1CD44C3}" destId="{09874FE0-92BD-4B63-A156-59F3703B3CAD}" srcOrd="3" destOrd="0" presId="urn:microsoft.com/office/officeart/2008/layout/LinedList"/>
    <dgm:cxn modelId="{76D2E927-62E3-442A-8C20-2FFDEBCDA898}" type="presParOf" srcId="{09874FE0-92BD-4B63-A156-59F3703B3CAD}" destId="{BC1C8754-E0C1-4336-B3BB-7123370E7219}" srcOrd="0" destOrd="0" presId="urn:microsoft.com/office/officeart/2008/layout/LinedList"/>
    <dgm:cxn modelId="{1D524D3C-A91C-4589-9F9C-0B5B3128A016}" type="presParOf" srcId="{09874FE0-92BD-4B63-A156-59F3703B3CAD}" destId="{B8B8A950-4172-4BFE-8FC8-EFFAD14226DF}" srcOrd="1" destOrd="0" presId="urn:microsoft.com/office/officeart/2008/layout/LinedList"/>
    <dgm:cxn modelId="{D379C957-B498-4254-BF3B-C60092D40141}" type="presParOf" srcId="{7472AD03-E049-456D-ADA3-6DBFA1CD44C3}" destId="{E2C73CC1-FA01-4813-B1EF-0B0A9805FC06}" srcOrd="4" destOrd="0" presId="urn:microsoft.com/office/officeart/2008/layout/LinedList"/>
    <dgm:cxn modelId="{978CE6B1-397B-4933-A987-41B17C1B18B0}" type="presParOf" srcId="{7472AD03-E049-456D-ADA3-6DBFA1CD44C3}" destId="{48A9C449-3922-4BBD-A06A-E84CA1EB26C7}" srcOrd="5" destOrd="0" presId="urn:microsoft.com/office/officeart/2008/layout/LinedList"/>
    <dgm:cxn modelId="{C3504B65-E8E8-4F3B-BAA3-BFE0BD290D60}" type="presParOf" srcId="{48A9C449-3922-4BBD-A06A-E84CA1EB26C7}" destId="{30DC15E9-BE2B-4B91-B1C2-6FABBEDC476D}" srcOrd="0" destOrd="0" presId="urn:microsoft.com/office/officeart/2008/layout/LinedList"/>
    <dgm:cxn modelId="{F19E5D22-B943-4F47-A22E-0FC6C7A7E539}" type="presParOf" srcId="{48A9C449-3922-4BBD-A06A-E84CA1EB26C7}" destId="{1AE836D7-F92B-43A0-A84C-1CA1BE899B91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96169E2-DD70-4004-810D-7399421CB59A}" type="doc">
      <dgm:prSet loTypeId="urn:microsoft.com/office/officeart/2008/layout/LinedList" loCatId="list" qsTypeId="urn:microsoft.com/office/officeart/2005/8/quickstyle/simple1" qsCatId="simple" csTypeId="urn:microsoft.com/office/officeart/2005/8/colors/accent4_2" csCatId="accent4"/>
      <dgm:spPr/>
      <dgm:t>
        <a:bodyPr/>
        <a:lstStyle/>
        <a:p>
          <a:endParaRPr lang="en-US"/>
        </a:p>
      </dgm:t>
    </dgm:pt>
    <dgm:pt modelId="{8B64A8AB-3DFC-414E-BFD0-551711E652F5}">
      <dgm:prSet/>
      <dgm:spPr/>
      <dgm:t>
        <a:bodyPr/>
        <a:lstStyle/>
        <a:p>
          <a:r>
            <a:rPr lang="en-US"/>
            <a:t>Dùng lưới căn chỉnh để bố cục thẳng hàng</a:t>
          </a:r>
        </a:p>
      </dgm:t>
    </dgm:pt>
    <dgm:pt modelId="{2CD15510-7903-4C03-B4E9-CF931C7E5B24}" type="parTrans" cxnId="{C08708C7-C360-41E8-BE7B-A04F4D85C2AA}">
      <dgm:prSet/>
      <dgm:spPr/>
      <dgm:t>
        <a:bodyPr/>
        <a:lstStyle/>
        <a:p>
          <a:endParaRPr lang="en-US"/>
        </a:p>
      </dgm:t>
    </dgm:pt>
    <dgm:pt modelId="{8FEF1506-30B4-4B1F-8AAB-75AFC5E40F28}" type="sibTrans" cxnId="{C08708C7-C360-41E8-BE7B-A04F4D85C2AA}">
      <dgm:prSet/>
      <dgm:spPr/>
      <dgm:t>
        <a:bodyPr/>
        <a:lstStyle/>
        <a:p>
          <a:endParaRPr lang="en-US"/>
        </a:p>
      </dgm:t>
    </dgm:pt>
    <dgm:pt modelId="{2074261D-424E-4DA3-8415-783CEF85D950}">
      <dgm:prSet/>
      <dgm:spPr/>
      <dgm:t>
        <a:bodyPr/>
        <a:lstStyle/>
        <a:p>
          <a:r>
            <a:rPr lang="en-US"/>
            <a:t>Giữ khoảng trống đều và dễ nhìn</a:t>
          </a:r>
        </a:p>
      </dgm:t>
    </dgm:pt>
    <dgm:pt modelId="{EA3F8340-0922-44B7-8D20-0303C102596B}" type="parTrans" cxnId="{0BB050D3-47D6-4C1C-A0E2-A308D50D05A2}">
      <dgm:prSet/>
      <dgm:spPr/>
      <dgm:t>
        <a:bodyPr/>
        <a:lstStyle/>
        <a:p>
          <a:endParaRPr lang="en-US"/>
        </a:p>
      </dgm:t>
    </dgm:pt>
    <dgm:pt modelId="{22238CC7-BD37-41FC-8BE5-8694C7BF7382}" type="sibTrans" cxnId="{0BB050D3-47D6-4C1C-A0E2-A308D50D05A2}">
      <dgm:prSet/>
      <dgm:spPr/>
      <dgm:t>
        <a:bodyPr/>
        <a:lstStyle/>
        <a:p>
          <a:endParaRPr lang="en-US"/>
        </a:p>
      </dgm:t>
    </dgm:pt>
    <dgm:pt modelId="{71E8B25F-6972-4FDB-AACD-E63B02A00EB7}">
      <dgm:prSet/>
      <dgm:spPr/>
      <dgm:t>
        <a:bodyPr/>
        <a:lstStyle/>
        <a:p>
          <a:r>
            <a:rPr lang="en-US"/>
            <a:t>Đồng bộ màu nền và kích thước khung</a:t>
          </a:r>
        </a:p>
      </dgm:t>
    </dgm:pt>
    <dgm:pt modelId="{756B88A0-13DE-4E54-BF49-83F61AABF751}" type="parTrans" cxnId="{4E35FFF4-68AD-4889-93BC-7E31442CF3AF}">
      <dgm:prSet/>
      <dgm:spPr/>
      <dgm:t>
        <a:bodyPr/>
        <a:lstStyle/>
        <a:p>
          <a:endParaRPr lang="en-US"/>
        </a:p>
      </dgm:t>
    </dgm:pt>
    <dgm:pt modelId="{A1DA5EEC-5651-4801-9C62-463D8EF2F347}" type="sibTrans" cxnId="{4E35FFF4-68AD-4889-93BC-7E31442CF3AF}">
      <dgm:prSet/>
      <dgm:spPr/>
      <dgm:t>
        <a:bodyPr/>
        <a:lstStyle/>
        <a:p>
          <a:endParaRPr lang="en-US"/>
        </a:p>
      </dgm:t>
    </dgm:pt>
    <dgm:pt modelId="{B3153E07-8539-411A-8E82-ACCF3C117DBC}" type="pres">
      <dgm:prSet presAssocID="{796169E2-DD70-4004-810D-7399421CB59A}" presName="vert0" presStyleCnt="0">
        <dgm:presLayoutVars>
          <dgm:dir/>
          <dgm:animOne val="branch"/>
          <dgm:animLvl val="lvl"/>
        </dgm:presLayoutVars>
      </dgm:prSet>
      <dgm:spPr/>
    </dgm:pt>
    <dgm:pt modelId="{B41B7FCD-4621-4129-951E-39FFBFB674D2}" type="pres">
      <dgm:prSet presAssocID="{8B64A8AB-3DFC-414E-BFD0-551711E652F5}" presName="thickLine" presStyleLbl="alignNode1" presStyleIdx="0" presStyleCnt="3"/>
      <dgm:spPr/>
    </dgm:pt>
    <dgm:pt modelId="{13851FBB-1A06-4F5A-A6E5-81AEFB616033}" type="pres">
      <dgm:prSet presAssocID="{8B64A8AB-3DFC-414E-BFD0-551711E652F5}" presName="horz1" presStyleCnt="0"/>
      <dgm:spPr/>
    </dgm:pt>
    <dgm:pt modelId="{3CBD97D1-0892-4E40-B5A7-9D5AAB8A49C2}" type="pres">
      <dgm:prSet presAssocID="{8B64A8AB-3DFC-414E-BFD0-551711E652F5}" presName="tx1" presStyleLbl="revTx" presStyleIdx="0" presStyleCnt="3"/>
      <dgm:spPr/>
    </dgm:pt>
    <dgm:pt modelId="{8B116F02-D5E3-4A60-9948-626124DB5166}" type="pres">
      <dgm:prSet presAssocID="{8B64A8AB-3DFC-414E-BFD0-551711E652F5}" presName="vert1" presStyleCnt="0"/>
      <dgm:spPr/>
    </dgm:pt>
    <dgm:pt modelId="{DD842B02-E66D-4EBC-BF03-CEC634AA1FE4}" type="pres">
      <dgm:prSet presAssocID="{2074261D-424E-4DA3-8415-783CEF85D950}" presName="thickLine" presStyleLbl="alignNode1" presStyleIdx="1" presStyleCnt="3"/>
      <dgm:spPr/>
    </dgm:pt>
    <dgm:pt modelId="{3562849B-0C80-443C-B7AF-73C0A5A72623}" type="pres">
      <dgm:prSet presAssocID="{2074261D-424E-4DA3-8415-783CEF85D950}" presName="horz1" presStyleCnt="0"/>
      <dgm:spPr/>
    </dgm:pt>
    <dgm:pt modelId="{C0B0927E-6C76-469B-96CF-2857099694D3}" type="pres">
      <dgm:prSet presAssocID="{2074261D-424E-4DA3-8415-783CEF85D950}" presName="tx1" presStyleLbl="revTx" presStyleIdx="1" presStyleCnt="3"/>
      <dgm:spPr/>
    </dgm:pt>
    <dgm:pt modelId="{9AE657B0-0871-4BA7-8681-D25EE4786D5B}" type="pres">
      <dgm:prSet presAssocID="{2074261D-424E-4DA3-8415-783CEF85D950}" presName="vert1" presStyleCnt="0"/>
      <dgm:spPr/>
    </dgm:pt>
    <dgm:pt modelId="{812A63DA-C05B-4A18-99CE-778E50200620}" type="pres">
      <dgm:prSet presAssocID="{71E8B25F-6972-4FDB-AACD-E63B02A00EB7}" presName="thickLine" presStyleLbl="alignNode1" presStyleIdx="2" presStyleCnt="3"/>
      <dgm:spPr/>
    </dgm:pt>
    <dgm:pt modelId="{B9273E4C-FB20-4590-AF36-4027FA5481FC}" type="pres">
      <dgm:prSet presAssocID="{71E8B25F-6972-4FDB-AACD-E63B02A00EB7}" presName="horz1" presStyleCnt="0"/>
      <dgm:spPr/>
    </dgm:pt>
    <dgm:pt modelId="{4EC96EB1-E007-43BA-850B-AC9DF13FEA88}" type="pres">
      <dgm:prSet presAssocID="{71E8B25F-6972-4FDB-AACD-E63B02A00EB7}" presName="tx1" presStyleLbl="revTx" presStyleIdx="2" presStyleCnt="3"/>
      <dgm:spPr/>
    </dgm:pt>
    <dgm:pt modelId="{757C4485-BB24-4676-AB3A-30905A6D8163}" type="pres">
      <dgm:prSet presAssocID="{71E8B25F-6972-4FDB-AACD-E63B02A00EB7}" presName="vert1" presStyleCnt="0"/>
      <dgm:spPr/>
    </dgm:pt>
  </dgm:ptLst>
  <dgm:cxnLst>
    <dgm:cxn modelId="{12A6AF2B-D6D9-4D60-8348-BB1FF7BBA44F}" type="presOf" srcId="{796169E2-DD70-4004-810D-7399421CB59A}" destId="{B3153E07-8539-411A-8E82-ACCF3C117DBC}" srcOrd="0" destOrd="0" presId="urn:microsoft.com/office/officeart/2008/layout/LinedList"/>
    <dgm:cxn modelId="{0D87817B-2949-473F-AA1E-B23D7CC303C4}" type="presOf" srcId="{8B64A8AB-3DFC-414E-BFD0-551711E652F5}" destId="{3CBD97D1-0892-4E40-B5A7-9D5AAB8A49C2}" srcOrd="0" destOrd="0" presId="urn:microsoft.com/office/officeart/2008/layout/LinedList"/>
    <dgm:cxn modelId="{9EC3F586-95B1-4BB8-B97E-6190B27F40EA}" type="presOf" srcId="{2074261D-424E-4DA3-8415-783CEF85D950}" destId="{C0B0927E-6C76-469B-96CF-2857099694D3}" srcOrd="0" destOrd="0" presId="urn:microsoft.com/office/officeart/2008/layout/LinedList"/>
    <dgm:cxn modelId="{FCB06188-A8C5-4BC4-8861-376D5576DCF4}" type="presOf" srcId="{71E8B25F-6972-4FDB-AACD-E63B02A00EB7}" destId="{4EC96EB1-E007-43BA-850B-AC9DF13FEA88}" srcOrd="0" destOrd="0" presId="urn:microsoft.com/office/officeart/2008/layout/LinedList"/>
    <dgm:cxn modelId="{C08708C7-C360-41E8-BE7B-A04F4D85C2AA}" srcId="{796169E2-DD70-4004-810D-7399421CB59A}" destId="{8B64A8AB-3DFC-414E-BFD0-551711E652F5}" srcOrd="0" destOrd="0" parTransId="{2CD15510-7903-4C03-B4E9-CF931C7E5B24}" sibTransId="{8FEF1506-30B4-4B1F-8AAB-75AFC5E40F28}"/>
    <dgm:cxn modelId="{0BB050D3-47D6-4C1C-A0E2-A308D50D05A2}" srcId="{796169E2-DD70-4004-810D-7399421CB59A}" destId="{2074261D-424E-4DA3-8415-783CEF85D950}" srcOrd="1" destOrd="0" parTransId="{EA3F8340-0922-44B7-8D20-0303C102596B}" sibTransId="{22238CC7-BD37-41FC-8BE5-8694C7BF7382}"/>
    <dgm:cxn modelId="{4E35FFF4-68AD-4889-93BC-7E31442CF3AF}" srcId="{796169E2-DD70-4004-810D-7399421CB59A}" destId="{71E8B25F-6972-4FDB-AACD-E63B02A00EB7}" srcOrd="2" destOrd="0" parTransId="{756B88A0-13DE-4E54-BF49-83F61AABF751}" sibTransId="{A1DA5EEC-5651-4801-9C62-463D8EF2F347}"/>
    <dgm:cxn modelId="{88FA496E-ACE9-4C68-AE69-88C0536BCF09}" type="presParOf" srcId="{B3153E07-8539-411A-8E82-ACCF3C117DBC}" destId="{B41B7FCD-4621-4129-951E-39FFBFB674D2}" srcOrd="0" destOrd="0" presId="urn:microsoft.com/office/officeart/2008/layout/LinedList"/>
    <dgm:cxn modelId="{41A73A69-8139-48CC-A189-6EFA4E2E7D53}" type="presParOf" srcId="{B3153E07-8539-411A-8E82-ACCF3C117DBC}" destId="{13851FBB-1A06-4F5A-A6E5-81AEFB616033}" srcOrd="1" destOrd="0" presId="urn:microsoft.com/office/officeart/2008/layout/LinedList"/>
    <dgm:cxn modelId="{9BF092FE-74F8-4373-AADF-E9EB311F6853}" type="presParOf" srcId="{13851FBB-1A06-4F5A-A6E5-81AEFB616033}" destId="{3CBD97D1-0892-4E40-B5A7-9D5AAB8A49C2}" srcOrd="0" destOrd="0" presId="urn:microsoft.com/office/officeart/2008/layout/LinedList"/>
    <dgm:cxn modelId="{282EFB4A-0FCA-45D3-A460-382E40DDAAC7}" type="presParOf" srcId="{13851FBB-1A06-4F5A-A6E5-81AEFB616033}" destId="{8B116F02-D5E3-4A60-9948-626124DB5166}" srcOrd="1" destOrd="0" presId="urn:microsoft.com/office/officeart/2008/layout/LinedList"/>
    <dgm:cxn modelId="{EDAB726F-24EF-4C21-A72D-8F7DE5F9CE46}" type="presParOf" srcId="{B3153E07-8539-411A-8E82-ACCF3C117DBC}" destId="{DD842B02-E66D-4EBC-BF03-CEC634AA1FE4}" srcOrd="2" destOrd="0" presId="urn:microsoft.com/office/officeart/2008/layout/LinedList"/>
    <dgm:cxn modelId="{B649FA2F-0F69-4C65-B7E0-729025749FBF}" type="presParOf" srcId="{B3153E07-8539-411A-8E82-ACCF3C117DBC}" destId="{3562849B-0C80-443C-B7AF-73C0A5A72623}" srcOrd="3" destOrd="0" presId="urn:microsoft.com/office/officeart/2008/layout/LinedList"/>
    <dgm:cxn modelId="{3E96E3D3-B09E-4D97-B189-6C377E05FE70}" type="presParOf" srcId="{3562849B-0C80-443C-B7AF-73C0A5A72623}" destId="{C0B0927E-6C76-469B-96CF-2857099694D3}" srcOrd="0" destOrd="0" presId="urn:microsoft.com/office/officeart/2008/layout/LinedList"/>
    <dgm:cxn modelId="{53A8E11B-A719-4F7D-B8A9-2A69AAA2EAA2}" type="presParOf" srcId="{3562849B-0C80-443C-B7AF-73C0A5A72623}" destId="{9AE657B0-0871-4BA7-8681-D25EE4786D5B}" srcOrd="1" destOrd="0" presId="urn:microsoft.com/office/officeart/2008/layout/LinedList"/>
    <dgm:cxn modelId="{A2C50F67-3AE4-486A-8E80-E3E789379349}" type="presParOf" srcId="{B3153E07-8539-411A-8E82-ACCF3C117DBC}" destId="{812A63DA-C05B-4A18-99CE-778E50200620}" srcOrd="4" destOrd="0" presId="urn:microsoft.com/office/officeart/2008/layout/LinedList"/>
    <dgm:cxn modelId="{7296FCCF-6401-41DD-9E3F-CB9F9042274E}" type="presParOf" srcId="{B3153E07-8539-411A-8E82-ACCF3C117DBC}" destId="{B9273E4C-FB20-4590-AF36-4027FA5481FC}" srcOrd="5" destOrd="0" presId="urn:microsoft.com/office/officeart/2008/layout/LinedList"/>
    <dgm:cxn modelId="{4860A795-721F-4BD8-BDA7-E31CCF445968}" type="presParOf" srcId="{B9273E4C-FB20-4590-AF36-4027FA5481FC}" destId="{4EC96EB1-E007-43BA-850B-AC9DF13FEA88}" srcOrd="0" destOrd="0" presId="urn:microsoft.com/office/officeart/2008/layout/LinedList"/>
    <dgm:cxn modelId="{35E9E28B-E311-4630-9527-33753B6D6E77}" type="presParOf" srcId="{B9273E4C-FB20-4590-AF36-4027FA5481FC}" destId="{757C4485-BB24-4676-AB3A-30905A6D8163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60B59D8-4B6F-452D-B963-DA7128DD83D2}" type="doc">
      <dgm:prSet loTypeId="urn:microsoft.com/office/officeart/2008/layout/LinedList" loCatId="list" qsTypeId="urn:microsoft.com/office/officeart/2005/8/quickstyle/simple1" qsCatId="simple" csTypeId="urn:microsoft.com/office/officeart/2005/8/colors/accent4_2" csCatId="accent4"/>
      <dgm:spPr/>
      <dgm:t>
        <a:bodyPr/>
        <a:lstStyle/>
        <a:p>
          <a:endParaRPr lang="en-US"/>
        </a:p>
      </dgm:t>
    </dgm:pt>
    <dgm:pt modelId="{54C1FACB-2F27-46D8-8DD7-3604F98DAAE7}">
      <dgm:prSet/>
      <dgm:spPr/>
      <dgm:t>
        <a:bodyPr/>
        <a:lstStyle/>
        <a:p>
          <a:r>
            <a:rPr lang="en-US"/>
            <a:t>Chọn font rõ nét, dễ đọc</a:t>
          </a:r>
        </a:p>
      </dgm:t>
    </dgm:pt>
    <dgm:pt modelId="{327AB471-DBF8-46BA-8CB7-581E6A81F2A1}" type="parTrans" cxnId="{80D107E3-7814-464B-B98A-A141E8FBA23F}">
      <dgm:prSet/>
      <dgm:spPr/>
      <dgm:t>
        <a:bodyPr/>
        <a:lstStyle/>
        <a:p>
          <a:endParaRPr lang="en-US"/>
        </a:p>
      </dgm:t>
    </dgm:pt>
    <dgm:pt modelId="{E973D616-810E-44D5-A2A7-9BEAAE48D9F3}" type="sibTrans" cxnId="{80D107E3-7814-464B-B98A-A141E8FBA23F}">
      <dgm:prSet/>
      <dgm:spPr/>
      <dgm:t>
        <a:bodyPr/>
        <a:lstStyle/>
        <a:p>
          <a:endParaRPr lang="en-US"/>
        </a:p>
      </dgm:t>
    </dgm:pt>
    <dgm:pt modelId="{76663344-9D12-4F51-A5D0-87ABD39A92E5}">
      <dgm:prSet/>
      <dgm:spPr/>
      <dgm:t>
        <a:bodyPr/>
        <a:lstStyle/>
        <a:p>
          <a:r>
            <a:rPr lang="en-US"/>
            <a:t>Canh lề và khoảng cách chữ vừa phải</a:t>
          </a:r>
        </a:p>
      </dgm:t>
    </dgm:pt>
    <dgm:pt modelId="{334A5BFE-4202-4357-ADF1-EB5C30816DD9}" type="parTrans" cxnId="{E3161579-1B04-44EE-8200-DE1B3A896C95}">
      <dgm:prSet/>
      <dgm:spPr/>
      <dgm:t>
        <a:bodyPr/>
        <a:lstStyle/>
        <a:p>
          <a:endParaRPr lang="en-US"/>
        </a:p>
      </dgm:t>
    </dgm:pt>
    <dgm:pt modelId="{B42639F9-7511-4742-9D5E-58898E98CC38}" type="sibTrans" cxnId="{E3161579-1B04-44EE-8200-DE1B3A896C95}">
      <dgm:prSet/>
      <dgm:spPr/>
      <dgm:t>
        <a:bodyPr/>
        <a:lstStyle/>
        <a:p>
          <a:endParaRPr lang="en-US"/>
        </a:p>
      </dgm:t>
    </dgm:pt>
    <dgm:pt modelId="{2EBB99F8-4A05-441F-9A66-27FF541C848C}">
      <dgm:prSet/>
      <dgm:spPr/>
      <dgm:t>
        <a:bodyPr/>
        <a:lstStyle/>
        <a:p>
          <a:r>
            <a:rPr lang="en-US"/>
            <a:t>Thêm hiệu ứng nhẹ để nổi bật</a:t>
          </a:r>
        </a:p>
      </dgm:t>
    </dgm:pt>
    <dgm:pt modelId="{75A267B4-7AF9-47DA-ADCC-4530D954EE4D}" type="parTrans" cxnId="{A8665018-F7BA-445F-B04C-21A8B2A92703}">
      <dgm:prSet/>
      <dgm:spPr/>
      <dgm:t>
        <a:bodyPr/>
        <a:lstStyle/>
        <a:p>
          <a:endParaRPr lang="en-US"/>
        </a:p>
      </dgm:t>
    </dgm:pt>
    <dgm:pt modelId="{82D01072-8489-4013-9248-F044031AA6D9}" type="sibTrans" cxnId="{A8665018-F7BA-445F-B04C-21A8B2A92703}">
      <dgm:prSet/>
      <dgm:spPr/>
      <dgm:t>
        <a:bodyPr/>
        <a:lstStyle/>
        <a:p>
          <a:endParaRPr lang="en-US"/>
        </a:p>
      </dgm:t>
    </dgm:pt>
    <dgm:pt modelId="{FC2DF26D-439F-41E4-8AB0-C39A7E6B9281}" type="pres">
      <dgm:prSet presAssocID="{B60B59D8-4B6F-452D-B963-DA7128DD83D2}" presName="vert0" presStyleCnt="0">
        <dgm:presLayoutVars>
          <dgm:dir/>
          <dgm:animOne val="branch"/>
          <dgm:animLvl val="lvl"/>
        </dgm:presLayoutVars>
      </dgm:prSet>
      <dgm:spPr/>
    </dgm:pt>
    <dgm:pt modelId="{C30F461C-5CB6-4E58-881F-59415F5AE2C8}" type="pres">
      <dgm:prSet presAssocID="{54C1FACB-2F27-46D8-8DD7-3604F98DAAE7}" presName="thickLine" presStyleLbl="alignNode1" presStyleIdx="0" presStyleCnt="3"/>
      <dgm:spPr/>
    </dgm:pt>
    <dgm:pt modelId="{CD62BC97-65DD-40A3-8953-749747782AEC}" type="pres">
      <dgm:prSet presAssocID="{54C1FACB-2F27-46D8-8DD7-3604F98DAAE7}" presName="horz1" presStyleCnt="0"/>
      <dgm:spPr/>
    </dgm:pt>
    <dgm:pt modelId="{C666EB3C-013B-4CA0-882C-C66D9A035689}" type="pres">
      <dgm:prSet presAssocID="{54C1FACB-2F27-46D8-8DD7-3604F98DAAE7}" presName="tx1" presStyleLbl="revTx" presStyleIdx="0" presStyleCnt="3"/>
      <dgm:spPr/>
    </dgm:pt>
    <dgm:pt modelId="{42A7FA01-8AED-4BF2-9BC8-93909F66B0E2}" type="pres">
      <dgm:prSet presAssocID="{54C1FACB-2F27-46D8-8DD7-3604F98DAAE7}" presName="vert1" presStyleCnt="0"/>
      <dgm:spPr/>
    </dgm:pt>
    <dgm:pt modelId="{E9F69D19-9547-4935-A9C5-298ED45274E6}" type="pres">
      <dgm:prSet presAssocID="{76663344-9D12-4F51-A5D0-87ABD39A92E5}" presName="thickLine" presStyleLbl="alignNode1" presStyleIdx="1" presStyleCnt="3"/>
      <dgm:spPr/>
    </dgm:pt>
    <dgm:pt modelId="{D96A640D-14E3-431E-BB53-52B9B989DE7F}" type="pres">
      <dgm:prSet presAssocID="{76663344-9D12-4F51-A5D0-87ABD39A92E5}" presName="horz1" presStyleCnt="0"/>
      <dgm:spPr/>
    </dgm:pt>
    <dgm:pt modelId="{B2C1D076-FA03-4548-AA9F-984AE9E2C3FC}" type="pres">
      <dgm:prSet presAssocID="{76663344-9D12-4F51-A5D0-87ABD39A92E5}" presName="tx1" presStyleLbl="revTx" presStyleIdx="1" presStyleCnt="3"/>
      <dgm:spPr/>
    </dgm:pt>
    <dgm:pt modelId="{ED49175D-C72D-4B93-B1C4-1AC00C192DC1}" type="pres">
      <dgm:prSet presAssocID="{76663344-9D12-4F51-A5D0-87ABD39A92E5}" presName="vert1" presStyleCnt="0"/>
      <dgm:spPr/>
    </dgm:pt>
    <dgm:pt modelId="{807927A9-9B99-4B4D-A193-8D342E4FFFD4}" type="pres">
      <dgm:prSet presAssocID="{2EBB99F8-4A05-441F-9A66-27FF541C848C}" presName="thickLine" presStyleLbl="alignNode1" presStyleIdx="2" presStyleCnt="3"/>
      <dgm:spPr/>
    </dgm:pt>
    <dgm:pt modelId="{7E96F292-B608-47DD-8A76-DC39EA8226A7}" type="pres">
      <dgm:prSet presAssocID="{2EBB99F8-4A05-441F-9A66-27FF541C848C}" presName="horz1" presStyleCnt="0"/>
      <dgm:spPr/>
    </dgm:pt>
    <dgm:pt modelId="{77579A9A-3D3D-4BA8-8855-F033CED0F491}" type="pres">
      <dgm:prSet presAssocID="{2EBB99F8-4A05-441F-9A66-27FF541C848C}" presName="tx1" presStyleLbl="revTx" presStyleIdx="2" presStyleCnt="3"/>
      <dgm:spPr/>
    </dgm:pt>
    <dgm:pt modelId="{3F6A2239-F3C2-44D0-8731-B6F3E0947B52}" type="pres">
      <dgm:prSet presAssocID="{2EBB99F8-4A05-441F-9A66-27FF541C848C}" presName="vert1" presStyleCnt="0"/>
      <dgm:spPr/>
    </dgm:pt>
  </dgm:ptLst>
  <dgm:cxnLst>
    <dgm:cxn modelId="{A8665018-F7BA-445F-B04C-21A8B2A92703}" srcId="{B60B59D8-4B6F-452D-B963-DA7128DD83D2}" destId="{2EBB99F8-4A05-441F-9A66-27FF541C848C}" srcOrd="2" destOrd="0" parTransId="{75A267B4-7AF9-47DA-ADCC-4530D954EE4D}" sibTransId="{82D01072-8489-4013-9248-F044031AA6D9}"/>
    <dgm:cxn modelId="{C872B540-1F6F-4DF3-ADFF-650BF9BFD5F9}" type="presOf" srcId="{54C1FACB-2F27-46D8-8DD7-3604F98DAAE7}" destId="{C666EB3C-013B-4CA0-882C-C66D9A035689}" srcOrd="0" destOrd="0" presId="urn:microsoft.com/office/officeart/2008/layout/LinedList"/>
    <dgm:cxn modelId="{B61D0A59-DD95-469C-AE40-33CA7F1A9258}" type="presOf" srcId="{76663344-9D12-4F51-A5D0-87ABD39A92E5}" destId="{B2C1D076-FA03-4548-AA9F-984AE9E2C3FC}" srcOrd="0" destOrd="0" presId="urn:microsoft.com/office/officeart/2008/layout/LinedList"/>
    <dgm:cxn modelId="{E3161579-1B04-44EE-8200-DE1B3A896C95}" srcId="{B60B59D8-4B6F-452D-B963-DA7128DD83D2}" destId="{76663344-9D12-4F51-A5D0-87ABD39A92E5}" srcOrd="1" destOrd="0" parTransId="{334A5BFE-4202-4357-ADF1-EB5C30816DD9}" sibTransId="{B42639F9-7511-4742-9D5E-58898E98CC38}"/>
    <dgm:cxn modelId="{35DE8AB6-522E-4080-96AE-51C862FDB900}" type="presOf" srcId="{2EBB99F8-4A05-441F-9A66-27FF541C848C}" destId="{77579A9A-3D3D-4BA8-8855-F033CED0F491}" srcOrd="0" destOrd="0" presId="urn:microsoft.com/office/officeart/2008/layout/LinedList"/>
    <dgm:cxn modelId="{80D107E3-7814-464B-B98A-A141E8FBA23F}" srcId="{B60B59D8-4B6F-452D-B963-DA7128DD83D2}" destId="{54C1FACB-2F27-46D8-8DD7-3604F98DAAE7}" srcOrd="0" destOrd="0" parTransId="{327AB471-DBF8-46BA-8CB7-581E6A81F2A1}" sibTransId="{E973D616-810E-44D5-A2A7-9BEAAE48D9F3}"/>
    <dgm:cxn modelId="{2F780CF2-2138-46D8-8221-4EB1B0A4AA36}" type="presOf" srcId="{B60B59D8-4B6F-452D-B963-DA7128DD83D2}" destId="{FC2DF26D-439F-41E4-8AB0-C39A7E6B9281}" srcOrd="0" destOrd="0" presId="urn:microsoft.com/office/officeart/2008/layout/LinedList"/>
    <dgm:cxn modelId="{53DF250E-A2DE-42CB-8398-142376D6E658}" type="presParOf" srcId="{FC2DF26D-439F-41E4-8AB0-C39A7E6B9281}" destId="{C30F461C-5CB6-4E58-881F-59415F5AE2C8}" srcOrd="0" destOrd="0" presId="urn:microsoft.com/office/officeart/2008/layout/LinedList"/>
    <dgm:cxn modelId="{7CA53CE3-3B3C-494C-9F24-7E7FB243BE0F}" type="presParOf" srcId="{FC2DF26D-439F-41E4-8AB0-C39A7E6B9281}" destId="{CD62BC97-65DD-40A3-8953-749747782AEC}" srcOrd="1" destOrd="0" presId="urn:microsoft.com/office/officeart/2008/layout/LinedList"/>
    <dgm:cxn modelId="{164E4670-E1E8-4BAE-97D2-0AC40D3EE3DD}" type="presParOf" srcId="{CD62BC97-65DD-40A3-8953-749747782AEC}" destId="{C666EB3C-013B-4CA0-882C-C66D9A035689}" srcOrd="0" destOrd="0" presId="urn:microsoft.com/office/officeart/2008/layout/LinedList"/>
    <dgm:cxn modelId="{ADF1AE30-7400-4562-AAC4-D7680DD105AB}" type="presParOf" srcId="{CD62BC97-65DD-40A3-8953-749747782AEC}" destId="{42A7FA01-8AED-4BF2-9BC8-93909F66B0E2}" srcOrd="1" destOrd="0" presId="urn:microsoft.com/office/officeart/2008/layout/LinedList"/>
    <dgm:cxn modelId="{EE577C20-E3DE-4669-AA6F-06AAEB0660EF}" type="presParOf" srcId="{FC2DF26D-439F-41E4-8AB0-C39A7E6B9281}" destId="{E9F69D19-9547-4935-A9C5-298ED45274E6}" srcOrd="2" destOrd="0" presId="urn:microsoft.com/office/officeart/2008/layout/LinedList"/>
    <dgm:cxn modelId="{7B768642-3269-4A22-A31B-0E5BB931EE18}" type="presParOf" srcId="{FC2DF26D-439F-41E4-8AB0-C39A7E6B9281}" destId="{D96A640D-14E3-431E-BB53-52B9B989DE7F}" srcOrd="3" destOrd="0" presId="urn:microsoft.com/office/officeart/2008/layout/LinedList"/>
    <dgm:cxn modelId="{D6EC2FA0-F999-4623-883B-F57F48380526}" type="presParOf" srcId="{D96A640D-14E3-431E-BB53-52B9B989DE7F}" destId="{B2C1D076-FA03-4548-AA9F-984AE9E2C3FC}" srcOrd="0" destOrd="0" presId="urn:microsoft.com/office/officeart/2008/layout/LinedList"/>
    <dgm:cxn modelId="{B00C54FB-E746-4694-A51D-4F2908D10F4F}" type="presParOf" srcId="{D96A640D-14E3-431E-BB53-52B9B989DE7F}" destId="{ED49175D-C72D-4B93-B1C4-1AC00C192DC1}" srcOrd="1" destOrd="0" presId="urn:microsoft.com/office/officeart/2008/layout/LinedList"/>
    <dgm:cxn modelId="{4AB59CF7-0CB2-4E98-811B-B0B6E59A9958}" type="presParOf" srcId="{FC2DF26D-439F-41E4-8AB0-C39A7E6B9281}" destId="{807927A9-9B99-4B4D-A193-8D342E4FFFD4}" srcOrd="4" destOrd="0" presId="urn:microsoft.com/office/officeart/2008/layout/LinedList"/>
    <dgm:cxn modelId="{7C1B5B79-F42B-4CE6-96F1-43A17582C0B8}" type="presParOf" srcId="{FC2DF26D-439F-41E4-8AB0-C39A7E6B9281}" destId="{7E96F292-B608-47DD-8A76-DC39EA8226A7}" srcOrd="5" destOrd="0" presId="urn:microsoft.com/office/officeart/2008/layout/LinedList"/>
    <dgm:cxn modelId="{2D889881-0E4B-449B-8FA2-581EB94E2AAF}" type="presParOf" srcId="{7E96F292-B608-47DD-8A76-DC39EA8226A7}" destId="{77579A9A-3D3D-4BA8-8855-F033CED0F491}" srcOrd="0" destOrd="0" presId="urn:microsoft.com/office/officeart/2008/layout/LinedList"/>
    <dgm:cxn modelId="{5EB39CB6-1AA4-4AC9-972B-11E14DCA4AE7}" type="presParOf" srcId="{7E96F292-B608-47DD-8A76-DC39EA8226A7}" destId="{3F6A2239-F3C2-44D0-8731-B6F3E0947B5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B1B3EBC-8256-4C38-B0E1-57491A2AE051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A8E0B373-0164-4BDE-BE36-BB57C3BB2FA4}">
      <dgm:prSet/>
      <dgm:spPr/>
      <dgm:t>
        <a:bodyPr/>
        <a:lstStyle/>
        <a:p>
          <a:r>
            <a:rPr lang="en-US"/>
            <a:t>Theo dõi từng bước chi tiết ngay sau đây</a:t>
          </a:r>
        </a:p>
      </dgm:t>
    </dgm:pt>
    <dgm:pt modelId="{C1558744-7B1D-4AFA-B080-39936E7269E8}" type="parTrans" cxnId="{D0150EF7-56F9-4C88-9AD6-33BC3F0721C6}">
      <dgm:prSet/>
      <dgm:spPr/>
      <dgm:t>
        <a:bodyPr/>
        <a:lstStyle/>
        <a:p>
          <a:endParaRPr lang="en-US"/>
        </a:p>
      </dgm:t>
    </dgm:pt>
    <dgm:pt modelId="{6DD047EC-42E2-4F9E-A38C-AF091DFC49C7}" type="sibTrans" cxnId="{D0150EF7-56F9-4C88-9AD6-33BC3F0721C6}">
      <dgm:prSet/>
      <dgm:spPr/>
      <dgm:t>
        <a:bodyPr/>
        <a:lstStyle/>
        <a:p>
          <a:endParaRPr lang="en-US"/>
        </a:p>
      </dgm:t>
    </dgm:pt>
    <dgm:pt modelId="{1F10D0FD-773E-4A75-9F26-1C0248B2FD60}">
      <dgm:prSet/>
      <dgm:spPr/>
      <dgm:t>
        <a:bodyPr/>
        <a:lstStyle/>
        <a:p>
          <a:r>
            <a:rPr lang="en-US"/>
            <a:t>Nếu bạn làm upload sản phẩm, đây là quy trình cực kỳ thực dụng</a:t>
          </a:r>
        </a:p>
      </dgm:t>
    </dgm:pt>
    <dgm:pt modelId="{D3EE5731-62C7-4C1B-805C-99C1771471D4}" type="parTrans" cxnId="{E7794C08-B039-4E11-A4DB-0DE93F5030CF}">
      <dgm:prSet/>
      <dgm:spPr/>
      <dgm:t>
        <a:bodyPr/>
        <a:lstStyle/>
        <a:p>
          <a:endParaRPr lang="en-US"/>
        </a:p>
      </dgm:t>
    </dgm:pt>
    <dgm:pt modelId="{414385F2-83D6-4129-841C-BF508E16ED68}" type="sibTrans" cxnId="{E7794C08-B039-4E11-A4DB-0DE93F5030CF}">
      <dgm:prSet/>
      <dgm:spPr/>
      <dgm:t>
        <a:bodyPr/>
        <a:lstStyle/>
        <a:p>
          <a:endParaRPr lang="en-US"/>
        </a:p>
      </dgm:t>
    </dgm:pt>
    <dgm:pt modelId="{324A937D-DB34-4A42-8E9A-C66762AD8874}" type="pres">
      <dgm:prSet presAssocID="{CB1B3EBC-8256-4C38-B0E1-57491A2AE051}" presName="vert0" presStyleCnt="0">
        <dgm:presLayoutVars>
          <dgm:dir/>
          <dgm:animOne val="branch"/>
          <dgm:animLvl val="lvl"/>
        </dgm:presLayoutVars>
      </dgm:prSet>
      <dgm:spPr/>
    </dgm:pt>
    <dgm:pt modelId="{6BE8D72B-0DDB-4DCF-A16D-5575C108C97C}" type="pres">
      <dgm:prSet presAssocID="{A8E0B373-0164-4BDE-BE36-BB57C3BB2FA4}" presName="thickLine" presStyleLbl="alignNode1" presStyleIdx="0" presStyleCnt="2"/>
      <dgm:spPr/>
    </dgm:pt>
    <dgm:pt modelId="{46D6144E-43CA-45CB-9B75-83C061A8B3DE}" type="pres">
      <dgm:prSet presAssocID="{A8E0B373-0164-4BDE-BE36-BB57C3BB2FA4}" presName="horz1" presStyleCnt="0"/>
      <dgm:spPr/>
    </dgm:pt>
    <dgm:pt modelId="{E1387D18-D755-453F-976C-6713639BD3D1}" type="pres">
      <dgm:prSet presAssocID="{A8E0B373-0164-4BDE-BE36-BB57C3BB2FA4}" presName="tx1" presStyleLbl="revTx" presStyleIdx="0" presStyleCnt="2"/>
      <dgm:spPr/>
    </dgm:pt>
    <dgm:pt modelId="{CBC07A39-AE36-4FEB-8F32-1B6E8F6CB8B2}" type="pres">
      <dgm:prSet presAssocID="{A8E0B373-0164-4BDE-BE36-BB57C3BB2FA4}" presName="vert1" presStyleCnt="0"/>
      <dgm:spPr/>
    </dgm:pt>
    <dgm:pt modelId="{DFD6FCC8-247D-4A97-9850-DAFD068BB215}" type="pres">
      <dgm:prSet presAssocID="{1F10D0FD-773E-4A75-9F26-1C0248B2FD60}" presName="thickLine" presStyleLbl="alignNode1" presStyleIdx="1" presStyleCnt="2"/>
      <dgm:spPr/>
    </dgm:pt>
    <dgm:pt modelId="{E56941AA-5A09-489C-BE1F-92F6FF6C3E2C}" type="pres">
      <dgm:prSet presAssocID="{1F10D0FD-773E-4A75-9F26-1C0248B2FD60}" presName="horz1" presStyleCnt="0"/>
      <dgm:spPr/>
    </dgm:pt>
    <dgm:pt modelId="{B553A79D-E523-4F33-963E-4EBEA41735CF}" type="pres">
      <dgm:prSet presAssocID="{1F10D0FD-773E-4A75-9F26-1C0248B2FD60}" presName="tx1" presStyleLbl="revTx" presStyleIdx="1" presStyleCnt="2"/>
      <dgm:spPr/>
    </dgm:pt>
    <dgm:pt modelId="{7D9EC510-E157-4FAE-BFA8-026A903AD49D}" type="pres">
      <dgm:prSet presAssocID="{1F10D0FD-773E-4A75-9F26-1C0248B2FD60}" presName="vert1" presStyleCnt="0"/>
      <dgm:spPr/>
    </dgm:pt>
  </dgm:ptLst>
  <dgm:cxnLst>
    <dgm:cxn modelId="{E7794C08-B039-4E11-A4DB-0DE93F5030CF}" srcId="{CB1B3EBC-8256-4C38-B0E1-57491A2AE051}" destId="{1F10D0FD-773E-4A75-9F26-1C0248B2FD60}" srcOrd="1" destOrd="0" parTransId="{D3EE5731-62C7-4C1B-805C-99C1771471D4}" sibTransId="{414385F2-83D6-4129-841C-BF508E16ED68}"/>
    <dgm:cxn modelId="{49D27BB3-14F7-4F70-91B4-A83994D923CF}" type="presOf" srcId="{CB1B3EBC-8256-4C38-B0E1-57491A2AE051}" destId="{324A937D-DB34-4A42-8E9A-C66762AD8874}" srcOrd="0" destOrd="0" presId="urn:microsoft.com/office/officeart/2008/layout/LinedList"/>
    <dgm:cxn modelId="{A58ECEE2-4A2A-453E-BB23-22C196394F4A}" type="presOf" srcId="{A8E0B373-0164-4BDE-BE36-BB57C3BB2FA4}" destId="{E1387D18-D755-453F-976C-6713639BD3D1}" srcOrd="0" destOrd="0" presId="urn:microsoft.com/office/officeart/2008/layout/LinedList"/>
    <dgm:cxn modelId="{B0FAE9E8-A172-4569-8A1A-30DB2AEF865B}" type="presOf" srcId="{1F10D0FD-773E-4A75-9F26-1C0248B2FD60}" destId="{B553A79D-E523-4F33-963E-4EBEA41735CF}" srcOrd="0" destOrd="0" presId="urn:microsoft.com/office/officeart/2008/layout/LinedList"/>
    <dgm:cxn modelId="{D0150EF7-56F9-4C88-9AD6-33BC3F0721C6}" srcId="{CB1B3EBC-8256-4C38-B0E1-57491A2AE051}" destId="{A8E0B373-0164-4BDE-BE36-BB57C3BB2FA4}" srcOrd="0" destOrd="0" parTransId="{C1558744-7B1D-4AFA-B080-39936E7269E8}" sibTransId="{6DD047EC-42E2-4F9E-A38C-AF091DFC49C7}"/>
    <dgm:cxn modelId="{906E8EB9-AC9C-4515-9F1B-EE60B4942630}" type="presParOf" srcId="{324A937D-DB34-4A42-8E9A-C66762AD8874}" destId="{6BE8D72B-0DDB-4DCF-A16D-5575C108C97C}" srcOrd="0" destOrd="0" presId="urn:microsoft.com/office/officeart/2008/layout/LinedList"/>
    <dgm:cxn modelId="{131E5D7F-BA30-4527-A9CD-AB50E8599AAA}" type="presParOf" srcId="{324A937D-DB34-4A42-8E9A-C66762AD8874}" destId="{46D6144E-43CA-45CB-9B75-83C061A8B3DE}" srcOrd="1" destOrd="0" presId="urn:microsoft.com/office/officeart/2008/layout/LinedList"/>
    <dgm:cxn modelId="{AB9A75A6-93C9-4E0A-8202-53AA8B376A28}" type="presParOf" srcId="{46D6144E-43CA-45CB-9B75-83C061A8B3DE}" destId="{E1387D18-D755-453F-976C-6713639BD3D1}" srcOrd="0" destOrd="0" presId="urn:microsoft.com/office/officeart/2008/layout/LinedList"/>
    <dgm:cxn modelId="{620124A0-DB0A-4354-8B8B-E0C5B339DBD0}" type="presParOf" srcId="{46D6144E-43CA-45CB-9B75-83C061A8B3DE}" destId="{CBC07A39-AE36-4FEB-8F32-1B6E8F6CB8B2}" srcOrd="1" destOrd="0" presId="urn:microsoft.com/office/officeart/2008/layout/LinedList"/>
    <dgm:cxn modelId="{ED33267F-7CC1-46FD-989A-D3F345EB099C}" type="presParOf" srcId="{324A937D-DB34-4A42-8E9A-C66762AD8874}" destId="{DFD6FCC8-247D-4A97-9850-DAFD068BB215}" srcOrd="2" destOrd="0" presId="urn:microsoft.com/office/officeart/2008/layout/LinedList"/>
    <dgm:cxn modelId="{63EB855E-1DEC-48EC-AFDA-F1F7C692B81D}" type="presParOf" srcId="{324A937D-DB34-4A42-8E9A-C66762AD8874}" destId="{E56941AA-5A09-489C-BE1F-92F6FF6C3E2C}" srcOrd="3" destOrd="0" presId="urn:microsoft.com/office/officeart/2008/layout/LinedList"/>
    <dgm:cxn modelId="{66C385E9-22BA-445D-8A50-11EEDB08B0FC}" type="presParOf" srcId="{E56941AA-5A09-489C-BE1F-92F6FF6C3E2C}" destId="{B553A79D-E523-4F33-963E-4EBEA41735CF}" srcOrd="0" destOrd="0" presId="urn:microsoft.com/office/officeart/2008/layout/LinedList"/>
    <dgm:cxn modelId="{5BC87CD2-7C48-4B00-882C-4DD917D0DB90}" type="presParOf" srcId="{E56941AA-5A09-489C-BE1F-92F6FF6C3E2C}" destId="{7D9EC510-E157-4FAE-BFA8-026A903AD49D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ED373B-32A1-4056-9DE9-11D0F80C97D1}">
      <dsp:nvSpPr>
        <dsp:cNvPr id="0" name=""/>
        <dsp:cNvSpPr/>
      </dsp:nvSpPr>
      <dsp:spPr>
        <a:xfrm>
          <a:off x="0" y="179916"/>
          <a:ext cx="2561209" cy="1536725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Chuẩn bị và sắp xếp ảnh</a:t>
          </a:r>
        </a:p>
      </dsp:txBody>
      <dsp:txXfrm>
        <a:off x="0" y="179916"/>
        <a:ext cx="2561209" cy="1536725"/>
      </dsp:txXfrm>
    </dsp:sp>
    <dsp:sp modelId="{CEBD6035-B7C0-4CED-B1B4-AE629B700434}">
      <dsp:nvSpPr>
        <dsp:cNvPr id="0" name=""/>
        <dsp:cNvSpPr/>
      </dsp:nvSpPr>
      <dsp:spPr>
        <a:xfrm>
          <a:off x="2817330" y="179916"/>
          <a:ext cx="2561209" cy="1536725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Cắt hình chính bằng Select and Mask</a:t>
          </a:r>
        </a:p>
      </dsp:txBody>
      <dsp:txXfrm>
        <a:off x="2817330" y="179916"/>
        <a:ext cx="2561209" cy="1536725"/>
      </dsp:txXfrm>
    </dsp:sp>
    <dsp:sp modelId="{2E0A85B2-C7A2-4A36-B6F7-DECAEBFCA3DF}">
      <dsp:nvSpPr>
        <dsp:cNvPr id="0" name=""/>
        <dsp:cNvSpPr/>
      </dsp:nvSpPr>
      <dsp:spPr>
        <a:xfrm>
          <a:off x="5634661" y="179916"/>
          <a:ext cx="2561209" cy="153672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Cắt bảng và thông số bằng Color Range</a:t>
          </a:r>
        </a:p>
      </dsp:txBody>
      <dsp:txXfrm>
        <a:off x="5634661" y="179916"/>
        <a:ext cx="2561209" cy="1536725"/>
      </dsp:txXfrm>
    </dsp:sp>
    <dsp:sp modelId="{E204EC0A-FC65-4F51-BD87-A3DDC108C99C}">
      <dsp:nvSpPr>
        <dsp:cNvPr id="0" name=""/>
        <dsp:cNvSpPr/>
      </dsp:nvSpPr>
      <dsp:spPr>
        <a:xfrm>
          <a:off x="1408665" y="1972762"/>
          <a:ext cx="2561209" cy="1536725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Ghép ảnh theo bố cục thống nhất</a:t>
          </a:r>
        </a:p>
      </dsp:txBody>
      <dsp:txXfrm>
        <a:off x="1408665" y="1972762"/>
        <a:ext cx="2561209" cy="1536725"/>
      </dsp:txXfrm>
    </dsp:sp>
    <dsp:sp modelId="{207147A7-28C5-4E80-8AAC-CD54AA466966}">
      <dsp:nvSpPr>
        <dsp:cNvPr id="0" name=""/>
        <dsp:cNvSpPr/>
      </dsp:nvSpPr>
      <dsp:spPr>
        <a:xfrm>
          <a:off x="4225995" y="1972762"/>
          <a:ext cx="2561209" cy="1536725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Thiết kế chữ tiêu đề nghệ thuật</a:t>
          </a:r>
        </a:p>
      </dsp:txBody>
      <dsp:txXfrm>
        <a:off x="4225995" y="1972762"/>
        <a:ext cx="2561209" cy="15367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2FE27F-42B0-4135-ACC1-E7A1B36443AE}">
      <dsp:nvSpPr>
        <dsp:cNvPr id="0" name=""/>
        <dsp:cNvSpPr/>
      </dsp:nvSpPr>
      <dsp:spPr>
        <a:xfrm>
          <a:off x="0" y="2700"/>
          <a:ext cx="4718785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4C2017-473B-4C16-BE11-E93CA9EFA4F1}">
      <dsp:nvSpPr>
        <dsp:cNvPr id="0" name=""/>
        <dsp:cNvSpPr/>
      </dsp:nvSpPr>
      <dsp:spPr>
        <a:xfrm>
          <a:off x="0" y="2700"/>
          <a:ext cx="4718785" cy="18417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Tách riêng: ảnh sản phẩm, ảnh bảng thông số, ảnh chi tiết</a:t>
          </a:r>
        </a:p>
      </dsp:txBody>
      <dsp:txXfrm>
        <a:off x="0" y="2700"/>
        <a:ext cx="4718785" cy="1841777"/>
      </dsp:txXfrm>
    </dsp:sp>
    <dsp:sp modelId="{E0683656-F004-4448-AECD-6BC297E7BED0}">
      <dsp:nvSpPr>
        <dsp:cNvPr id="0" name=""/>
        <dsp:cNvSpPr/>
      </dsp:nvSpPr>
      <dsp:spPr>
        <a:xfrm>
          <a:off x="0" y="1844478"/>
          <a:ext cx="4718785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6810BF-340B-452D-8335-FDB88611890D}">
      <dsp:nvSpPr>
        <dsp:cNvPr id="0" name=""/>
        <dsp:cNvSpPr/>
      </dsp:nvSpPr>
      <dsp:spPr>
        <a:xfrm>
          <a:off x="0" y="1844478"/>
          <a:ext cx="4718785" cy="18417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Đặt tên theo thứ tự xuất hiện trong bộ ảnh</a:t>
          </a:r>
        </a:p>
      </dsp:txBody>
      <dsp:txXfrm>
        <a:off x="0" y="1844478"/>
        <a:ext cx="4718785" cy="1841777"/>
      </dsp:txXfrm>
    </dsp:sp>
    <dsp:sp modelId="{0DC592FE-F4EA-4CE6-99C2-5F56BF962FE0}">
      <dsp:nvSpPr>
        <dsp:cNvPr id="0" name=""/>
        <dsp:cNvSpPr/>
      </dsp:nvSpPr>
      <dsp:spPr>
        <a:xfrm>
          <a:off x="0" y="3686256"/>
          <a:ext cx="4718785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BB358C-1D3D-442F-AAAF-D615294B8171}">
      <dsp:nvSpPr>
        <dsp:cNvPr id="0" name=""/>
        <dsp:cNvSpPr/>
      </dsp:nvSpPr>
      <dsp:spPr>
        <a:xfrm>
          <a:off x="0" y="3686256"/>
          <a:ext cx="4718785" cy="18417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Loại bỏ watermark và thông tin nguồn trước khi làm</a:t>
          </a:r>
        </a:p>
      </dsp:txBody>
      <dsp:txXfrm>
        <a:off x="0" y="3686256"/>
        <a:ext cx="4718785" cy="184177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CAB344-F9B1-470A-887E-C62DE5CBED8D}">
      <dsp:nvSpPr>
        <dsp:cNvPr id="0" name=""/>
        <dsp:cNvSpPr/>
      </dsp:nvSpPr>
      <dsp:spPr>
        <a:xfrm>
          <a:off x="0" y="0"/>
          <a:ext cx="4718785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35E96A-6A18-4F99-BE1B-8C55C74C33A6}">
      <dsp:nvSpPr>
        <dsp:cNvPr id="0" name=""/>
        <dsp:cNvSpPr/>
      </dsp:nvSpPr>
      <dsp:spPr>
        <a:xfrm>
          <a:off x="0" y="0"/>
          <a:ext cx="4718785" cy="1382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Chọn vùng chính bằng Object/Quick Selection</a:t>
          </a:r>
        </a:p>
      </dsp:txBody>
      <dsp:txXfrm>
        <a:off x="0" y="0"/>
        <a:ext cx="4718785" cy="1382683"/>
      </dsp:txXfrm>
    </dsp:sp>
    <dsp:sp modelId="{BD7B95CA-4E22-4278-8326-6D585B087819}">
      <dsp:nvSpPr>
        <dsp:cNvPr id="0" name=""/>
        <dsp:cNvSpPr/>
      </dsp:nvSpPr>
      <dsp:spPr>
        <a:xfrm>
          <a:off x="0" y="1382683"/>
          <a:ext cx="4718785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C3086B-113D-4896-9C4D-AF27FCA18A2E}">
      <dsp:nvSpPr>
        <dsp:cNvPr id="0" name=""/>
        <dsp:cNvSpPr/>
      </dsp:nvSpPr>
      <dsp:spPr>
        <a:xfrm>
          <a:off x="0" y="1382683"/>
          <a:ext cx="4718785" cy="1382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Mở Select and Mask để làm sạch viền</a:t>
          </a:r>
        </a:p>
      </dsp:txBody>
      <dsp:txXfrm>
        <a:off x="0" y="1382683"/>
        <a:ext cx="4718785" cy="1382683"/>
      </dsp:txXfrm>
    </dsp:sp>
    <dsp:sp modelId="{9B107778-FC90-4C55-BAD2-6A51DD14E400}">
      <dsp:nvSpPr>
        <dsp:cNvPr id="0" name=""/>
        <dsp:cNvSpPr/>
      </dsp:nvSpPr>
      <dsp:spPr>
        <a:xfrm>
          <a:off x="0" y="2765367"/>
          <a:ext cx="4718785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0A4E82-1C3A-4A0E-A8FF-BFE92BB00D89}">
      <dsp:nvSpPr>
        <dsp:cNvPr id="0" name=""/>
        <dsp:cNvSpPr/>
      </dsp:nvSpPr>
      <dsp:spPr>
        <a:xfrm>
          <a:off x="0" y="2765367"/>
          <a:ext cx="4718785" cy="1382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Tinh chỉnh Radius, Smooth, Feather vừa phải</a:t>
          </a:r>
        </a:p>
      </dsp:txBody>
      <dsp:txXfrm>
        <a:off x="0" y="2765367"/>
        <a:ext cx="4718785" cy="1382683"/>
      </dsp:txXfrm>
    </dsp:sp>
    <dsp:sp modelId="{A55844FF-1507-4590-933A-702E2542B24B}">
      <dsp:nvSpPr>
        <dsp:cNvPr id="0" name=""/>
        <dsp:cNvSpPr/>
      </dsp:nvSpPr>
      <dsp:spPr>
        <a:xfrm>
          <a:off x="0" y="4148051"/>
          <a:ext cx="4718785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1C7754-F3A0-4FD3-AF8F-AAA8F5C2A8D6}">
      <dsp:nvSpPr>
        <dsp:cNvPr id="0" name=""/>
        <dsp:cNvSpPr/>
      </dsp:nvSpPr>
      <dsp:spPr>
        <a:xfrm>
          <a:off x="0" y="4148051"/>
          <a:ext cx="4718785" cy="1382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Dùng Decontaminate Colors để giảm lem nền</a:t>
          </a:r>
        </a:p>
      </dsp:txBody>
      <dsp:txXfrm>
        <a:off x="0" y="4148051"/>
        <a:ext cx="4718785" cy="138268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27D595C-DCEA-479D-A71A-B7725E5A4689}">
      <dsp:nvSpPr>
        <dsp:cNvPr id="0" name=""/>
        <dsp:cNvSpPr/>
      </dsp:nvSpPr>
      <dsp:spPr>
        <a:xfrm>
          <a:off x="0" y="2700"/>
          <a:ext cx="4718785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89DB13-E3D5-4EFB-A22F-E8EB6B01DA87}">
      <dsp:nvSpPr>
        <dsp:cNvPr id="0" name=""/>
        <dsp:cNvSpPr/>
      </dsp:nvSpPr>
      <dsp:spPr>
        <a:xfrm>
          <a:off x="0" y="2700"/>
          <a:ext cx="4718785" cy="18417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Chọn màu nền của bảng bằng Color Range</a:t>
          </a:r>
        </a:p>
      </dsp:txBody>
      <dsp:txXfrm>
        <a:off x="0" y="2700"/>
        <a:ext cx="4718785" cy="1841777"/>
      </dsp:txXfrm>
    </dsp:sp>
    <dsp:sp modelId="{7849814B-72A0-46DB-B865-60DD71B35534}">
      <dsp:nvSpPr>
        <dsp:cNvPr id="0" name=""/>
        <dsp:cNvSpPr/>
      </dsp:nvSpPr>
      <dsp:spPr>
        <a:xfrm>
          <a:off x="0" y="1844478"/>
          <a:ext cx="4718785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1C8754-E0C1-4336-B3BB-7123370E7219}">
      <dsp:nvSpPr>
        <dsp:cNvPr id="0" name=""/>
        <dsp:cNvSpPr/>
      </dsp:nvSpPr>
      <dsp:spPr>
        <a:xfrm>
          <a:off x="0" y="1844478"/>
          <a:ext cx="4718785" cy="18417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Invert vùng chọn để giữ chữ và đường nét</a:t>
          </a:r>
        </a:p>
      </dsp:txBody>
      <dsp:txXfrm>
        <a:off x="0" y="1844478"/>
        <a:ext cx="4718785" cy="1841777"/>
      </dsp:txXfrm>
    </dsp:sp>
    <dsp:sp modelId="{E2C73CC1-FA01-4813-B1EF-0B0A9805FC06}">
      <dsp:nvSpPr>
        <dsp:cNvPr id="0" name=""/>
        <dsp:cNvSpPr/>
      </dsp:nvSpPr>
      <dsp:spPr>
        <a:xfrm>
          <a:off x="0" y="3686256"/>
          <a:ext cx="4718785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DC15E9-BE2B-4B91-B1C2-6FABBEDC476D}">
      <dsp:nvSpPr>
        <dsp:cNvPr id="0" name=""/>
        <dsp:cNvSpPr/>
      </dsp:nvSpPr>
      <dsp:spPr>
        <a:xfrm>
          <a:off x="0" y="3686256"/>
          <a:ext cx="4718785" cy="18417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Tăng contrast nhẹ để bảng rõ ràng</a:t>
          </a:r>
        </a:p>
      </dsp:txBody>
      <dsp:txXfrm>
        <a:off x="0" y="3686256"/>
        <a:ext cx="4718785" cy="184177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1B7FCD-4621-4129-951E-39FFBFB674D2}">
      <dsp:nvSpPr>
        <dsp:cNvPr id="0" name=""/>
        <dsp:cNvSpPr/>
      </dsp:nvSpPr>
      <dsp:spPr>
        <a:xfrm>
          <a:off x="0" y="2700"/>
          <a:ext cx="4718785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BD97D1-0892-4E40-B5A7-9D5AAB8A49C2}">
      <dsp:nvSpPr>
        <dsp:cNvPr id="0" name=""/>
        <dsp:cNvSpPr/>
      </dsp:nvSpPr>
      <dsp:spPr>
        <a:xfrm>
          <a:off x="0" y="2700"/>
          <a:ext cx="4718785" cy="18417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Dùng lưới căn chỉnh để bố cục thẳng hàng</a:t>
          </a:r>
        </a:p>
      </dsp:txBody>
      <dsp:txXfrm>
        <a:off x="0" y="2700"/>
        <a:ext cx="4718785" cy="1841777"/>
      </dsp:txXfrm>
    </dsp:sp>
    <dsp:sp modelId="{DD842B02-E66D-4EBC-BF03-CEC634AA1FE4}">
      <dsp:nvSpPr>
        <dsp:cNvPr id="0" name=""/>
        <dsp:cNvSpPr/>
      </dsp:nvSpPr>
      <dsp:spPr>
        <a:xfrm>
          <a:off x="0" y="1844478"/>
          <a:ext cx="4718785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B0927E-6C76-469B-96CF-2857099694D3}">
      <dsp:nvSpPr>
        <dsp:cNvPr id="0" name=""/>
        <dsp:cNvSpPr/>
      </dsp:nvSpPr>
      <dsp:spPr>
        <a:xfrm>
          <a:off x="0" y="1844478"/>
          <a:ext cx="4718785" cy="18417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Giữ khoảng trống đều và dễ nhìn</a:t>
          </a:r>
        </a:p>
      </dsp:txBody>
      <dsp:txXfrm>
        <a:off x="0" y="1844478"/>
        <a:ext cx="4718785" cy="1841777"/>
      </dsp:txXfrm>
    </dsp:sp>
    <dsp:sp modelId="{812A63DA-C05B-4A18-99CE-778E50200620}">
      <dsp:nvSpPr>
        <dsp:cNvPr id="0" name=""/>
        <dsp:cNvSpPr/>
      </dsp:nvSpPr>
      <dsp:spPr>
        <a:xfrm>
          <a:off x="0" y="3686256"/>
          <a:ext cx="4718785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C96EB1-E007-43BA-850B-AC9DF13FEA88}">
      <dsp:nvSpPr>
        <dsp:cNvPr id="0" name=""/>
        <dsp:cNvSpPr/>
      </dsp:nvSpPr>
      <dsp:spPr>
        <a:xfrm>
          <a:off x="0" y="3686256"/>
          <a:ext cx="4718785" cy="18417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Đồng bộ màu nền và kích thước khung</a:t>
          </a:r>
        </a:p>
      </dsp:txBody>
      <dsp:txXfrm>
        <a:off x="0" y="3686256"/>
        <a:ext cx="4718785" cy="1841777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0F461C-5CB6-4E58-881F-59415F5AE2C8}">
      <dsp:nvSpPr>
        <dsp:cNvPr id="0" name=""/>
        <dsp:cNvSpPr/>
      </dsp:nvSpPr>
      <dsp:spPr>
        <a:xfrm>
          <a:off x="0" y="2700"/>
          <a:ext cx="4718785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66EB3C-013B-4CA0-882C-C66D9A035689}">
      <dsp:nvSpPr>
        <dsp:cNvPr id="0" name=""/>
        <dsp:cNvSpPr/>
      </dsp:nvSpPr>
      <dsp:spPr>
        <a:xfrm>
          <a:off x="0" y="2700"/>
          <a:ext cx="4718785" cy="18417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t" anchorCtr="0">
          <a:noAutofit/>
        </a:bodyPr>
        <a:lstStyle/>
        <a:p>
          <a:pPr marL="0" lvl="0" indent="0" algn="l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600" kern="1200"/>
            <a:t>Chọn font rõ nét, dễ đọc</a:t>
          </a:r>
        </a:p>
      </dsp:txBody>
      <dsp:txXfrm>
        <a:off x="0" y="2700"/>
        <a:ext cx="4718785" cy="1841777"/>
      </dsp:txXfrm>
    </dsp:sp>
    <dsp:sp modelId="{E9F69D19-9547-4935-A9C5-298ED45274E6}">
      <dsp:nvSpPr>
        <dsp:cNvPr id="0" name=""/>
        <dsp:cNvSpPr/>
      </dsp:nvSpPr>
      <dsp:spPr>
        <a:xfrm>
          <a:off x="0" y="1844478"/>
          <a:ext cx="4718785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C1D076-FA03-4548-AA9F-984AE9E2C3FC}">
      <dsp:nvSpPr>
        <dsp:cNvPr id="0" name=""/>
        <dsp:cNvSpPr/>
      </dsp:nvSpPr>
      <dsp:spPr>
        <a:xfrm>
          <a:off x="0" y="1844478"/>
          <a:ext cx="4718785" cy="18417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t" anchorCtr="0">
          <a:noAutofit/>
        </a:bodyPr>
        <a:lstStyle/>
        <a:p>
          <a:pPr marL="0" lvl="0" indent="0" algn="l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600" kern="1200"/>
            <a:t>Canh lề và khoảng cách chữ vừa phải</a:t>
          </a:r>
        </a:p>
      </dsp:txBody>
      <dsp:txXfrm>
        <a:off x="0" y="1844478"/>
        <a:ext cx="4718785" cy="1841777"/>
      </dsp:txXfrm>
    </dsp:sp>
    <dsp:sp modelId="{807927A9-9B99-4B4D-A193-8D342E4FFFD4}">
      <dsp:nvSpPr>
        <dsp:cNvPr id="0" name=""/>
        <dsp:cNvSpPr/>
      </dsp:nvSpPr>
      <dsp:spPr>
        <a:xfrm>
          <a:off x="0" y="3686256"/>
          <a:ext cx="4718785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579A9A-3D3D-4BA8-8855-F033CED0F491}">
      <dsp:nvSpPr>
        <dsp:cNvPr id="0" name=""/>
        <dsp:cNvSpPr/>
      </dsp:nvSpPr>
      <dsp:spPr>
        <a:xfrm>
          <a:off x="0" y="3686256"/>
          <a:ext cx="4718785" cy="18417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t" anchorCtr="0">
          <a:noAutofit/>
        </a:bodyPr>
        <a:lstStyle/>
        <a:p>
          <a:pPr marL="0" lvl="0" indent="0" algn="l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600" kern="1200"/>
            <a:t>Thêm hiệu ứng nhẹ để nổi bật</a:t>
          </a:r>
        </a:p>
      </dsp:txBody>
      <dsp:txXfrm>
        <a:off x="0" y="3686256"/>
        <a:ext cx="4718785" cy="1841777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E8D72B-0DDB-4DCF-A16D-5575C108C97C}">
      <dsp:nvSpPr>
        <dsp:cNvPr id="0" name=""/>
        <dsp:cNvSpPr/>
      </dsp:nvSpPr>
      <dsp:spPr>
        <a:xfrm>
          <a:off x="0" y="0"/>
          <a:ext cx="3993357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387D18-D755-453F-976C-6713639BD3D1}">
      <dsp:nvSpPr>
        <dsp:cNvPr id="0" name=""/>
        <dsp:cNvSpPr/>
      </dsp:nvSpPr>
      <dsp:spPr>
        <a:xfrm>
          <a:off x="0" y="0"/>
          <a:ext cx="3993357" cy="19597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Theo dõi từng bước chi tiết ngay sau đây</a:t>
          </a:r>
        </a:p>
      </dsp:txBody>
      <dsp:txXfrm>
        <a:off x="0" y="0"/>
        <a:ext cx="3993357" cy="1959768"/>
      </dsp:txXfrm>
    </dsp:sp>
    <dsp:sp modelId="{DFD6FCC8-247D-4A97-9850-DAFD068BB215}">
      <dsp:nvSpPr>
        <dsp:cNvPr id="0" name=""/>
        <dsp:cNvSpPr/>
      </dsp:nvSpPr>
      <dsp:spPr>
        <a:xfrm>
          <a:off x="0" y="1959768"/>
          <a:ext cx="3993357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53A79D-E523-4F33-963E-4EBEA41735CF}">
      <dsp:nvSpPr>
        <dsp:cNvPr id="0" name=""/>
        <dsp:cNvSpPr/>
      </dsp:nvSpPr>
      <dsp:spPr>
        <a:xfrm>
          <a:off x="0" y="1959768"/>
          <a:ext cx="3993357" cy="19597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Nếu bạn làm upload sản phẩm, đây là quy trình cực kỳ thực dụng</a:t>
          </a:r>
        </a:p>
      </dsp:txBody>
      <dsp:txXfrm>
        <a:off x="0" y="1959768"/>
        <a:ext cx="3993357" cy="19597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579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Hôm nay mình chia sẻ toàn bộ quy trình xử lý ảnh sản phẩm để upload: từ tách nền, ghép bộ ảnh, đến làm tiêu đề nghệ thuật. Đây là kỹ năng mình dùng hằng ngày khi làm sản phẩm mới.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Mình sẽ đi từng phần: chuẩn bị ảnh, tách hình chính bằng Select and Mask, tách bảng thông số bằng Color Range, rồi ghép ảnh và làm tiêu đề nghệ thuật.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Mẹo đầu tiên là soạn ảnh trước khi vào Photoshop: đặt tên ảnh theo thứ tự, tách riêng ảnh sản phẩm, bảng thông số, và ảnh chi tiết. Làm bước này nhanh hơn về sau rất nhiều.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Phần tách hình chính, mình dùng Select and Mask để lấy viền sắc và sạch. Lưu ý tinh chỉnh Radius, Smooth, và Decontaminate Colors để viền mượt, không bị 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Với bảng và thông số, Color Range là cách nhanh nhất. Mình chọn vùng màu nền rồi đảo ngược vùng chọn để giữ lại chữ và đường nét.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Sau khi đã tách xong, mình ghép từng hình đơn thành một bộ ảnh hoàn chỉnh. Mục tiêu là dễ nhìn, đồng nhất và đúng thứ tự thông 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Cuối cùng là phần chữ tiêu đề. Mình chỉnh font, tracking, và hiệu ứng nhẹ để ảnh nhìn chuyên nghiệp hơn mà vẫn dễ đọc.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Nếu bạn đang làm upload sản phẩm, đây là quy trình cực kỳ thực dụng. Giờ mình bắt đầu từng bước chi tiết nhé!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7.xml"/><Relationship Id="rId3" Type="http://schemas.openxmlformats.org/officeDocument/2006/relationships/image" Target="../media/image1.jpeg"/><Relationship Id="rId7" Type="http://schemas.openxmlformats.org/officeDocument/2006/relationships/diagramColors" Target="../diagrams/colors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7.xml"/><Relationship Id="rId5" Type="http://schemas.openxmlformats.org/officeDocument/2006/relationships/diagramLayout" Target="../diagrams/layout7.xml"/><Relationship Id="rId4" Type="http://schemas.openxmlformats.org/officeDocument/2006/relationships/diagramData" Target="../diagrams/data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Triangle 2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3930" y="1008993"/>
            <a:ext cx="6923558" cy="3542045"/>
          </a:xfrm>
        </p:spPr>
        <p:txBody>
          <a:bodyPr anchor="b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7000"/>
              <a:t>Từ ảnh thô → bộ ảnh sản phẩm chuẩn upload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63930" y="4582814"/>
            <a:ext cx="5349252" cy="1312657"/>
          </a:xfrm>
        </p:spPr>
        <p:txBody>
          <a:bodyPr anchor="t">
            <a:normAutofit/>
          </a:bodyPr>
          <a:lstStyle/>
          <a:p>
            <a:pPr algn="l"/>
            <a:r>
              <a:rPr lang="en-US"/>
              <a:t>Quy trình thực chiến: tách nền, ghép ảnh, làm tiêu đề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486646" y="-3486043"/>
            <a:ext cx="2170709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348865"/>
            <a:ext cx="7288583" cy="1576446"/>
          </a:xfrm>
        </p:spPr>
        <p:txBody>
          <a:bodyPr anchor="ctr">
            <a:normAutofit/>
          </a:bodyPr>
          <a:lstStyle/>
          <a:p>
            <a:r>
              <a:rPr lang="en-US" sz="3500">
                <a:solidFill>
                  <a:srgbClr val="FFFFFF"/>
                </a:solidFill>
              </a:rPr>
              <a:t>Bạn sẽ học gì trong video này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7B05299-D291-8213-2F28-03C2D61090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79535200"/>
              </p:ext>
            </p:extLst>
          </p:nvPr>
        </p:nvGraphicFramePr>
        <p:xfrm>
          <a:off x="483042" y="2615979"/>
          <a:ext cx="8195871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384350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643467"/>
            <a:ext cx="2213403" cy="5571066"/>
          </a:xfrm>
        </p:spPr>
        <p:txBody>
          <a:bodyPr>
            <a:normAutofit/>
          </a:bodyPr>
          <a:lstStyle/>
          <a:p>
            <a:r>
              <a:rPr lang="vi-VN" sz="3400">
                <a:solidFill>
                  <a:srgbClr val="FFFFFF"/>
                </a:solidFill>
              </a:rPr>
              <a:t>Bước 1: Soạn ảnh trước khi vào Photoshop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F7A1BF7-BB54-595F-1750-6A515F66A3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79345119"/>
              </p:ext>
            </p:extLst>
          </p:nvPr>
        </p:nvGraphicFramePr>
        <p:xfrm>
          <a:off x="3905730" y="643466"/>
          <a:ext cx="4718785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384350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643467"/>
            <a:ext cx="2213403" cy="5571066"/>
          </a:xfrm>
        </p:spPr>
        <p:txBody>
          <a:bodyPr>
            <a:normAutofit/>
          </a:bodyPr>
          <a:lstStyle/>
          <a:p>
            <a:r>
              <a:rPr lang="en-GB">
                <a:solidFill>
                  <a:srgbClr val="FFFFFF"/>
                </a:solidFill>
              </a:rPr>
              <a:t>Bước 2: Cắt hình chính bằng Select and Mask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7E24775-1304-C146-4CCE-DDE288D9EA6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49296610"/>
              </p:ext>
            </p:extLst>
          </p:nvPr>
        </p:nvGraphicFramePr>
        <p:xfrm>
          <a:off x="3905730" y="643466"/>
          <a:ext cx="4718785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384350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643467"/>
            <a:ext cx="2213403" cy="5571066"/>
          </a:xfrm>
        </p:spPr>
        <p:txBody>
          <a:bodyPr>
            <a:normAutofit/>
          </a:bodyPr>
          <a:lstStyle/>
          <a:p>
            <a:r>
              <a:rPr lang="vi-VN">
                <a:solidFill>
                  <a:srgbClr val="FFFFFF"/>
                </a:solidFill>
              </a:rPr>
              <a:t>Bước 3: Cắt bảng và thông số bằng Color Range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1BF9539-72F7-E937-830A-74F4387309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6167784"/>
              </p:ext>
            </p:extLst>
          </p:nvPr>
        </p:nvGraphicFramePr>
        <p:xfrm>
          <a:off x="3905730" y="643466"/>
          <a:ext cx="4718785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384350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643467"/>
            <a:ext cx="2213403" cy="5571066"/>
          </a:xfrm>
        </p:spPr>
        <p:txBody>
          <a:bodyPr>
            <a:normAutofit/>
          </a:bodyPr>
          <a:lstStyle/>
          <a:p>
            <a:r>
              <a:rPr lang="vi-VN">
                <a:solidFill>
                  <a:srgbClr val="FFFFFF"/>
                </a:solidFill>
              </a:rPr>
              <a:t>Bước 4: Ghép từng hình đơn thành bộ ảnh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54AC338-52B1-5DB6-4782-17767E5B40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79060550"/>
              </p:ext>
            </p:extLst>
          </p:nvPr>
        </p:nvGraphicFramePr>
        <p:xfrm>
          <a:off x="3905730" y="643466"/>
          <a:ext cx="4718785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384350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643467"/>
            <a:ext cx="2213403" cy="5571066"/>
          </a:xfrm>
        </p:spPr>
        <p:txBody>
          <a:bodyPr>
            <a:normAutofit/>
          </a:bodyPr>
          <a:lstStyle/>
          <a:p>
            <a:r>
              <a:rPr lang="vi-VN">
                <a:solidFill>
                  <a:srgbClr val="FFFFFF"/>
                </a:solidFill>
              </a:rPr>
              <a:t>Bước 5: Chữ tiêu đề nghệ thuật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5516F33-8D73-1D9B-86D2-47C7E54951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2617627"/>
              </p:ext>
            </p:extLst>
          </p:nvPr>
        </p:nvGraphicFramePr>
        <p:xfrm>
          <a:off x="3905730" y="643466"/>
          <a:ext cx="4718785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758" y="327025"/>
            <a:ext cx="3993358" cy="1630363"/>
          </a:xfrm>
        </p:spPr>
        <p:txBody>
          <a:bodyPr anchor="b">
            <a:normAutofit/>
          </a:bodyPr>
          <a:lstStyle/>
          <a:p>
            <a:r>
              <a:rPr lang="en-US" sz="3100"/>
              <a:t>Bắt đầu thôi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EA11C5-5641-8A0D-5A90-DCFAB6B553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39" r="35604" b="-2"/>
          <a:stretch>
            <a:fillRect/>
          </a:stretch>
        </p:blipFill>
        <p:spPr>
          <a:xfrm>
            <a:off x="4474766" y="1"/>
            <a:ext cx="4669234" cy="6856412"/>
          </a:xfrm>
          <a:custGeom>
            <a:avLst/>
            <a:gdLst/>
            <a:ahLst/>
            <a:cxnLst/>
            <a:rect l="l" t="t" r="r" b="b"/>
            <a:pathLst>
              <a:path w="5620032" h="6856412">
                <a:moveTo>
                  <a:pt x="13187" y="0"/>
                </a:moveTo>
                <a:lnTo>
                  <a:pt x="5620032" y="0"/>
                </a:lnTo>
                <a:lnTo>
                  <a:pt x="5620032" y="6856412"/>
                </a:lnTo>
                <a:lnTo>
                  <a:pt x="0" y="6856412"/>
                </a:lnTo>
                <a:lnTo>
                  <a:pt x="64318" y="6298274"/>
                </a:lnTo>
                <a:cubicBezTo>
                  <a:pt x="203221" y="4970220"/>
                  <a:pt x="240510" y="3632077"/>
                  <a:pt x="97152" y="2276000"/>
                </a:cubicBezTo>
                <a:cubicBezTo>
                  <a:pt x="35713" y="1694824"/>
                  <a:pt x="7455" y="1116942"/>
                  <a:pt x="6154" y="541737"/>
                </a:cubicBezTo>
                <a:close/>
              </a:path>
            </a:pathLst>
          </a:custGeom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B6468DA-EDEB-2D7C-9A4C-79F669612A9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66237802"/>
              </p:ext>
            </p:extLst>
          </p:nvPr>
        </p:nvGraphicFramePr>
        <p:xfrm>
          <a:off x="360759" y="2286001"/>
          <a:ext cx="3993357" cy="39195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559</Words>
  <Application>Microsoft Office PowerPoint</Application>
  <PresentationFormat>On-screen Show (4:3)</PresentationFormat>
  <Paragraphs>40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Từ ảnh thô → bộ ảnh sản phẩm chuẩn upload</vt:lpstr>
      <vt:lpstr>Bạn sẽ học gì trong video này</vt:lpstr>
      <vt:lpstr>Bước 1: Soạn ảnh trước khi vào Photoshop</vt:lpstr>
      <vt:lpstr>Bước 2: Cắt hình chính bằng Select and Mask</vt:lpstr>
      <vt:lpstr>Bước 3: Cắt bảng và thông số bằng Color Range</vt:lpstr>
      <vt:lpstr>Bước 4: Ghép từng hình đơn thành bộ ảnh</vt:lpstr>
      <vt:lpstr>Bước 5: Chữ tiêu đề nghệ thuật</vt:lpstr>
      <vt:lpstr>Bắt đầu thôi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Thanh Sok Kim</cp:lastModifiedBy>
  <cp:revision>2</cp:revision>
  <dcterms:created xsi:type="dcterms:W3CDTF">2013-01-27T09:14:16Z</dcterms:created>
  <dcterms:modified xsi:type="dcterms:W3CDTF">2026-02-09T10:24:25Z</dcterms:modified>
  <cp:category/>
</cp:coreProperties>
</file>