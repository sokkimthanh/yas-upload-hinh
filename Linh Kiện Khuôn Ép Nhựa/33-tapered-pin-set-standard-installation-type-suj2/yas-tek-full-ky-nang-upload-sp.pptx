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Hôm nay mình chia sẻ toàn bộ quy trình xử lý ảnh sản phẩm để upload: từ tách nền, ghép bộ ảnh, đến làm tiêu đề nghệ thuật. Đây là kỹ năng mình dùng hằng ngày khi làm sản phẩm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Mình sẽ đi từng phần: chuẩn bị ảnh, tách hình chính bằng Select and Mask, tách bảng thông số bằng Color Range, rồi ghép ảnh và làm tiêu đề nghệ thuật.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Mẹo đầu tiên là soạn ảnh trước khi vào Photoshop: đặt tên ảnh theo thứ tự, tách riêng ảnh sản phẩm, bảng thông số, và ảnh chi tiết. Làm bước này nhanh hơn về sau rất nhiều.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Phần tách hình chính, mình dùng Select and Mask để lấy viền sắc và sạch. Lưu ý tinh chỉnh Radius, Smooth, và Decontaminate Colors để viền mượt, không bị 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Với bảng và thông số, Color Range là cách nhanh nhất. Mình chọn vùng màu nền rồi đảo ngược vùng chọn để giữ lại chữ và đường nét.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Sau khi đã tách xong, mình ghép từng hình đơn thành một bộ ảnh hoàn chỉnh. Mục tiêu là dễ nhìn, đồng nhất và đúng thứ tự thông tin.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Cuối cùng là phần chữ tiêu đề. Mình chỉnh font, tracking, và hiệu ứng nhẹ để ảnh nhìn chuyên nghiệp hơn mà vẫn dễ đọc.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Nếu bạn đang làm upload sản phẩm, đây là quy trình cực kỳ thực dụng. Giờ mình bắt đầu từng bước chi tiết nhé!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Từ ảnh thô → bộ ảnh sản phẩm chuẩn upload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Quy trình thực chiến: tách nền, ghép ảnh, làm tiêu đề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Bạn sẽ học gì trong video này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Chuẩn bị và sắp xếp ảnh</a:t>
            </a:r>
          </a:p>
          <a:p>
            <a:pPr/>
            <a:r>
              <a:t>Cắt hình chính bằng Select and Mask</a:t>
            </a:r>
          </a:p>
          <a:p>
            <a:pPr/>
            <a:r>
              <a:t>Cắt bảng và thông số bằng Color Range</a:t>
            </a:r>
          </a:p>
          <a:p>
            <a:pPr/>
            <a:r>
              <a:t>Ghép ảnh theo bố cục thống nhất</a:t>
            </a:r>
          </a:p>
          <a:p>
            <a:pPr/>
            <a:r>
              <a:t>Thiết kế chữ tiêu đề nghệ thuật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Bước 1: Soạn ảnh trước khi vào Photoshop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Tách riêng: ảnh sản phẩm, ảnh bảng thông số, ảnh chi tiết</a:t>
            </a:r>
          </a:p>
          <a:p>
            <a:pPr/>
            <a:r>
              <a:t>Đặt tên theo thứ tự xuất hiện trong bộ ảnh</a:t>
            </a:r>
          </a:p>
          <a:p>
            <a:pPr/>
            <a:r>
              <a:t>Loại bỏ watermark và thông tin nguồn trước khi làm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Bước 2: Cắt hình chính bằng Select and Mask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Chọn vùng chính bằng Object/Quick Selection</a:t>
            </a:r>
          </a:p>
          <a:p>
            <a:pPr/>
            <a:r>
              <a:t>Mở Select and Mask để làm sạch viền</a:t>
            </a:r>
          </a:p>
          <a:p>
            <a:pPr/>
            <a:r>
              <a:t>Tinh chỉnh Radius, Smooth, Feather vừa phải</a:t>
            </a:r>
          </a:p>
          <a:p>
            <a:pPr/>
            <a:r>
              <a:t>Dùng Decontaminate Colors để giảm lem nền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Bước 3: Cắt bảng và thông số bằng Color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Chọn màu nền của bảng bằng Color Range</a:t>
            </a:r>
          </a:p>
          <a:p>
            <a:pPr/>
            <a:r>
              <a:t>Invert vùng chọn để giữ chữ và đường nét</a:t>
            </a:r>
          </a:p>
          <a:p>
            <a:pPr/>
            <a:r>
              <a:t>Tăng contrast nhẹ để bảng rõ ràng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Bước 4: Ghép từng hình đơn thành bộ ảnh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Dùng lưới căn chỉnh để bố cục thẳng hàng</a:t>
            </a:r>
          </a:p>
          <a:p>
            <a:pPr/>
            <a:r>
              <a:t>Giữ khoảng trống đều và dễ nhìn</a:t>
            </a:r>
          </a:p>
          <a:p>
            <a:pPr/>
            <a:r>
              <a:t>Đồng bộ màu nền và kích thước khung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Bước 5: Chữ tiêu đề nghệ thuật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Chọn font rõ nét, dễ đọc</a:t>
            </a:r>
          </a:p>
          <a:p>
            <a:pPr/>
            <a:r>
              <a:t>Canh lề và khoảng cách chữ vừa phải</a:t>
            </a:r>
          </a:p>
          <a:p>
            <a:pPr/>
            <a:r>
              <a:t>Thêm hiệu ứng nhẹ để nổi bật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Bắt đầu thôi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Theo dõi từng bước chi tiết ngay sau đây</a:t>
            </a:r>
          </a:p>
          <a:p>
            <a:pPr/>
            <a:r>
              <a:t>Nếu bạn làm upload sản phẩm, đây là quy trình cực kỳ thực dụng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