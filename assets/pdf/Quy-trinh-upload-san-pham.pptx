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D2B778-45B3-4164-ABCA-2AD5D1899D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35DD80-C307-404C-9B84-92D293DF798C}">
      <dgm:prSet/>
      <dgm:spPr/>
      <dgm:t>
        <a:bodyPr/>
        <a:lstStyle/>
        <a:p>
          <a:r>
            <a:rPr lang="en-US"/>
            <a:t>Nhận file PDF catalog/technical từ nhà cung cấp</a:t>
          </a:r>
        </a:p>
      </dgm:t>
    </dgm:pt>
    <dgm:pt modelId="{0BCB4D36-963F-4DA3-976C-ABBFEC5F5F97}" type="parTrans" cxnId="{8F868BD7-0672-4B16-845A-C43B034D02F1}">
      <dgm:prSet/>
      <dgm:spPr/>
      <dgm:t>
        <a:bodyPr/>
        <a:lstStyle/>
        <a:p>
          <a:endParaRPr lang="en-US"/>
        </a:p>
      </dgm:t>
    </dgm:pt>
    <dgm:pt modelId="{26E69972-3FC7-4F4D-A790-68A02312432E}" type="sibTrans" cxnId="{8F868BD7-0672-4B16-845A-C43B034D02F1}">
      <dgm:prSet/>
      <dgm:spPr/>
      <dgm:t>
        <a:bodyPr/>
        <a:lstStyle/>
        <a:p>
          <a:endParaRPr lang="en-US"/>
        </a:p>
      </dgm:t>
    </dgm:pt>
    <dgm:pt modelId="{636F29E7-FC65-4B4B-ABAC-E2A037B4A92E}">
      <dgm:prSet/>
      <dgm:spPr/>
      <dgm:t>
        <a:bodyPr/>
        <a:lstStyle/>
        <a:p>
          <a:r>
            <a:rPr lang="en-US"/>
            <a:t>Kiểm tra đầy đủ kích thước, vật liệu, dung sai, mã sản phẩm</a:t>
          </a:r>
        </a:p>
      </dgm:t>
    </dgm:pt>
    <dgm:pt modelId="{7DFBFF46-6C54-42D2-9A19-7B9B80BA5056}" type="parTrans" cxnId="{F9D3D6AD-3AFC-4964-A099-0362DE49047B}">
      <dgm:prSet/>
      <dgm:spPr/>
      <dgm:t>
        <a:bodyPr/>
        <a:lstStyle/>
        <a:p>
          <a:endParaRPr lang="en-US"/>
        </a:p>
      </dgm:t>
    </dgm:pt>
    <dgm:pt modelId="{F9D98EA5-F30A-4169-9435-783EAF2CF6C8}" type="sibTrans" cxnId="{F9D3D6AD-3AFC-4964-A099-0362DE49047B}">
      <dgm:prSet/>
      <dgm:spPr/>
      <dgm:t>
        <a:bodyPr/>
        <a:lstStyle/>
        <a:p>
          <a:endParaRPr lang="en-US"/>
        </a:p>
      </dgm:t>
    </dgm:pt>
    <dgm:pt modelId="{A6B6C0C6-2D5C-415E-8335-5778997D149B}">
      <dgm:prSet/>
      <dgm:spPr/>
      <dgm:t>
        <a:bodyPr/>
        <a:lstStyle/>
        <a:p>
          <a:r>
            <a:rPr lang="en-US"/>
            <a:t>Tạo thư mục sản phẩm: /[Danh mục]/[mã-sản-phẩm]/</a:t>
          </a:r>
        </a:p>
      </dgm:t>
    </dgm:pt>
    <dgm:pt modelId="{6AB5DFA4-2781-4EC2-91A7-18625C72A188}" type="parTrans" cxnId="{A6E10EFF-A6C5-42E3-90E6-EED268FE6226}">
      <dgm:prSet/>
      <dgm:spPr/>
      <dgm:t>
        <a:bodyPr/>
        <a:lstStyle/>
        <a:p>
          <a:endParaRPr lang="en-US"/>
        </a:p>
      </dgm:t>
    </dgm:pt>
    <dgm:pt modelId="{D9C07484-250A-44D2-9298-5B3AA80A105B}" type="sibTrans" cxnId="{A6E10EFF-A6C5-42E3-90E6-EED268FE6226}">
      <dgm:prSet/>
      <dgm:spPr/>
      <dgm:t>
        <a:bodyPr/>
        <a:lstStyle/>
        <a:p>
          <a:endParaRPr lang="en-US"/>
        </a:p>
      </dgm:t>
    </dgm:pt>
    <dgm:pt modelId="{FF1A49F7-294F-49AA-AF5C-7113A4A8F34D}" type="pres">
      <dgm:prSet presAssocID="{80D2B778-45B3-4164-ABCA-2AD5D1899D13}" presName="linear" presStyleCnt="0">
        <dgm:presLayoutVars>
          <dgm:animLvl val="lvl"/>
          <dgm:resizeHandles val="exact"/>
        </dgm:presLayoutVars>
      </dgm:prSet>
      <dgm:spPr/>
    </dgm:pt>
    <dgm:pt modelId="{B1E7A9DA-5E0E-4DCF-8B42-31886747D965}" type="pres">
      <dgm:prSet presAssocID="{6135DD80-C307-404C-9B84-92D293DF79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B3F18A-89F7-4D6F-BED4-572CDE02257E}" type="pres">
      <dgm:prSet presAssocID="{26E69972-3FC7-4F4D-A790-68A02312432E}" presName="spacer" presStyleCnt="0"/>
      <dgm:spPr/>
    </dgm:pt>
    <dgm:pt modelId="{93BC304E-D102-4F17-BB77-F8270EB50E54}" type="pres">
      <dgm:prSet presAssocID="{636F29E7-FC65-4B4B-ABAC-E2A037B4A92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45CD24-27C5-488E-AC76-A82175B32076}" type="pres">
      <dgm:prSet presAssocID="{F9D98EA5-F30A-4169-9435-783EAF2CF6C8}" presName="spacer" presStyleCnt="0"/>
      <dgm:spPr/>
    </dgm:pt>
    <dgm:pt modelId="{5ED338AD-AD8E-4646-B4AA-5A0774E93244}" type="pres">
      <dgm:prSet presAssocID="{A6B6C0C6-2D5C-415E-8335-5778997D14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C3E908-75FD-4078-BA6A-7AEC3286DC14}" type="presOf" srcId="{636F29E7-FC65-4B4B-ABAC-E2A037B4A92E}" destId="{93BC304E-D102-4F17-BB77-F8270EB50E54}" srcOrd="0" destOrd="0" presId="urn:microsoft.com/office/officeart/2005/8/layout/vList2"/>
    <dgm:cxn modelId="{881BA434-4DD3-4A6D-9CF6-B7F2C13046EF}" type="presOf" srcId="{6135DD80-C307-404C-9B84-92D293DF798C}" destId="{B1E7A9DA-5E0E-4DCF-8B42-31886747D965}" srcOrd="0" destOrd="0" presId="urn:microsoft.com/office/officeart/2005/8/layout/vList2"/>
    <dgm:cxn modelId="{F9D3D6AD-3AFC-4964-A099-0362DE49047B}" srcId="{80D2B778-45B3-4164-ABCA-2AD5D1899D13}" destId="{636F29E7-FC65-4B4B-ABAC-E2A037B4A92E}" srcOrd="1" destOrd="0" parTransId="{7DFBFF46-6C54-42D2-9A19-7B9B80BA5056}" sibTransId="{F9D98EA5-F30A-4169-9435-783EAF2CF6C8}"/>
    <dgm:cxn modelId="{8F868BD7-0672-4B16-845A-C43B034D02F1}" srcId="{80D2B778-45B3-4164-ABCA-2AD5D1899D13}" destId="{6135DD80-C307-404C-9B84-92D293DF798C}" srcOrd="0" destOrd="0" parTransId="{0BCB4D36-963F-4DA3-976C-ABBFEC5F5F97}" sibTransId="{26E69972-3FC7-4F4D-A790-68A02312432E}"/>
    <dgm:cxn modelId="{4183D0E6-BCEE-4FFF-9144-5BF994DA4C17}" type="presOf" srcId="{A6B6C0C6-2D5C-415E-8335-5778997D149B}" destId="{5ED338AD-AD8E-4646-B4AA-5A0774E93244}" srcOrd="0" destOrd="0" presId="urn:microsoft.com/office/officeart/2005/8/layout/vList2"/>
    <dgm:cxn modelId="{155902E9-A434-4BAC-B839-1BDB339292D6}" type="presOf" srcId="{80D2B778-45B3-4164-ABCA-2AD5D1899D13}" destId="{FF1A49F7-294F-49AA-AF5C-7113A4A8F34D}" srcOrd="0" destOrd="0" presId="urn:microsoft.com/office/officeart/2005/8/layout/vList2"/>
    <dgm:cxn modelId="{A6E10EFF-A6C5-42E3-90E6-EED268FE6226}" srcId="{80D2B778-45B3-4164-ABCA-2AD5D1899D13}" destId="{A6B6C0C6-2D5C-415E-8335-5778997D149B}" srcOrd="2" destOrd="0" parTransId="{6AB5DFA4-2781-4EC2-91A7-18625C72A188}" sibTransId="{D9C07484-250A-44D2-9298-5B3AA80A105B}"/>
    <dgm:cxn modelId="{928B714C-41C9-4973-8621-E88B23B5D2D4}" type="presParOf" srcId="{FF1A49F7-294F-49AA-AF5C-7113A4A8F34D}" destId="{B1E7A9DA-5E0E-4DCF-8B42-31886747D965}" srcOrd="0" destOrd="0" presId="urn:microsoft.com/office/officeart/2005/8/layout/vList2"/>
    <dgm:cxn modelId="{30181B51-84F8-460A-AC99-586516A6FA3A}" type="presParOf" srcId="{FF1A49F7-294F-49AA-AF5C-7113A4A8F34D}" destId="{46B3F18A-89F7-4D6F-BED4-572CDE02257E}" srcOrd="1" destOrd="0" presId="urn:microsoft.com/office/officeart/2005/8/layout/vList2"/>
    <dgm:cxn modelId="{F826DBE5-C0AD-462A-A21F-6F1DDDB53C5C}" type="presParOf" srcId="{FF1A49F7-294F-49AA-AF5C-7113A4A8F34D}" destId="{93BC304E-D102-4F17-BB77-F8270EB50E54}" srcOrd="2" destOrd="0" presId="urn:microsoft.com/office/officeart/2005/8/layout/vList2"/>
    <dgm:cxn modelId="{8D35B8E0-EB0D-4DED-A0B1-77ABDF4CEF9C}" type="presParOf" srcId="{FF1A49F7-294F-49AA-AF5C-7113A4A8F34D}" destId="{D145CD24-27C5-488E-AC76-A82175B32076}" srcOrd="3" destOrd="0" presId="urn:microsoft.com/office/officeart/2005/8/layout/vList2"/>
    <dgm:cxn modelId="{98B3E372-9097-434A-9019-AE38628BF39A}" type="presParOf" srcId="{FF1A49F7-294F-49AA-AF5C-7113A4A8F34D}" destId="{5ED338AD-AD8E-4646-B4AA-5A0774E9324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58BAED-3639-4E5D-84BA-40DB8F0383B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3D45B41-D526-4F23-89A3-92A9D1586965}">
      <dgm:prSet/>
      <dgm:spPr/>
      <dgm:t>
        <a:bodyPr/>
        <a:lstStyle/>
        <a:p>
          <a:r>
            <a:rPr lang="en-US"/>
            <a:t>Đọc thông số từ PDF → lập file info.txt</a:t>
          </a:r>
        </a:p>
      </dgm:t>
    </dgm:pt>
    <dgm:pt modelId="{48628CF9-8EC2-456C-83F3-27D3DC4C4BC3}" type="parTrans" cxnId="{616BA2FC-FDD8-48DA-93CA-07CC31E6E262}">
      <dgm:prSet/>
      <dgm:spPr/>
      <dgm:t>
        <a:bodyPr/>
        <a:lstStyle/>
        <a:p>
          <a:endParaRPr lang="en-US"/>
        </a:p>
      </dgm:t>
    </dgm:pt>
    <dgm:pt modelId="{C0ADC89D-33AF-4E3D-9766-9FF4E95DDF16}" type="sibTrans" cxnId="{616BA2FC-FDD8-48DA-93CA-07CC31E6E262}">
      <dgm:prSet/>
      <dgm:spPr/>
      <dgm:t>
        <a:bodyPr/>
        <a:lstStyle/>
        <a:p>
          <a:endParaRPr lang="en-US"/>
        </a:p>
      </dgm:t>
    </dgm:pt>
    <dgm:pt modelId="{74A2211A-B880-437A-A194-5ECF9AAF1305}">
      <dgm:prSet/>
      <dgm:spPr/>
      <dgm:t>
        <a:bodyPr/>
        <a:lstStyle/>
        <a:p>
          <a:r>
            <a:rPr lang="en-US"/>
            <a:t>Chuẩn hóa tên sản phẩm (VI/EN), mã, dải kích thước</a:t>
          </a:r>
        </a:p>
      </dgm:t>
    </dgm:pt>
    <dgm:pt modelId="{B2702F6F-E2BC-4780-8481-4BFA9DA99444}" type="parTrans" cxnId="{329D5D22-5EF7-4FF4-B27B-C1F41762490B}">
      <dgm:prSet/>
      <dgm:spPr/>
      <dgm:t>
        <a:bodyPr/>
        <a:lstStyle/>
        <a:p>
          <a:endParaRPr lang="en-US"/>
        </a:p>
      </dgm:t>
    </dgm:pt>
    <dgm:pt modelId="{E506AFA0-793F-461C-817A-9FAAF4E349D7}" type="sibTrans" cxnId="{329D5D22-5EF7-4FF4-B27B-C1F41762490B}">
      <dgm:prSet/>
      <dgm:spPr/>
      <dgm:t>
        <a:bodyPr/>
        <a:lstStyle/>
        <a:p>
          <a:endParaRPr lang="en-US"/>
        </a:p>
      </dgm:t>
    </dgm:pt>
    <dgm:pt modelId="{888FEC72-1CC6-4CBE-8B98-636675539975}">
      <dgm:prSet/>
      <dgm:spPr/>
      <dgm:t>
        <a:bodyPr/>
        <a:lstStyle/>
        <a:p>
          <a:r>
            <a:rPr lang="en-US"/>
            <a:t>Loại bỏ thương hiệu nguồn, chỉ dùng YAS-TEK</a:t>
          </a:r>
        </a:p>
      </dgm:t>
    </dgm:pt>
    <dgm:pt modelId="{31E86840-F56A-48AC-9613-B4ED3FA5CDF6}" type="parTrans" cxnId="{CC0642FA-090F-4F41-A019-10F1A36546BD}">
      <dgm:prSet/>
      <dgm:spPr/>
      <dgm:t>
        <a:bodyPr/>
        <a:lstStyle/>
        <a:p>
          <a:endParaRPr lang="en-US"/>
        </a:p>
      </dgm:t>
    </dgm:pt>
    <dgm:pt modelId="{C01B8103-816C-4D09-BFA7-BE92B5694250}" type="sibTrans" cxnId="{CC0642FA-090F-4F41-A019-10F1A36546BD}">
      <dgm:prSet/>
      <dgm:spPr/>
      <dgm:t>
        <a:bodyPr/>
        <a:lstStyle/>
        <a:p>
          <a:endParaRPr lang="en-US"/>
        </a:p>
      </dgm:t>
    </dgm:pt>
    <dgm:pt modelId="{DC44E9A9-3474-4D34-B7AA-80126BB0F614}" type="pres">
      <dgm:prSet presAssocID="{2858BAED-3639-4E5D-84BA-40DB8F0383BE}" presName="linear" presStyleCnt="0">
        <dgm:presLayoutVars>
          <dgm:animLvl val="lvl"/>
          <dgm:resizeHandles val="exact"/>
        </dgm:presLayoutVars>
      </dgm:prSet>
      <dgm:spPr/>
    </dgm:pt>
    <dgm:pt modelId="{068AE3EC-ED88-4A23-ACF0-1C07693EB85B}" type="pres">
      <dgm:prSet presAssocID="{73D45B41-D526-4F23-89A3-92A9D15869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71501C-B984-4260-91DA-A0DA577883DF}" type="pres">
      <dgm:prSet presAssocID="{C0ADC89D-33AF-4E3D-9766-9FF4E95DDF16}" presName="spacer" presStyleCnt="0"/>
      <dgm:spPr/>
    </dgm:pt>
    <dgm:pt modelId="{FF3FDF26-BE71-41F5-B086-1F6D54B6E905}" type="pres">
      <dgm:prSet presAssocID="{74A2211A-B880-437A-A194-5ECF9AAF130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8A87B1E-56BB-42E5-A323-F12F31B35CA1}" type="pres">
      <dgm:prSet presAssocID="{E506AFA0-793F-461C-817A-9FAAF4E349D7}" presName="spacer" presStyleCnt="0"/>
      <dgm:spPr/>
    </dgm:pt>
    <dgm:pt modelId="{F1F47C24-B60D-4745-98C4-68FB5969BA32}" type="pres">
      <dgm:prSet presAssocID="{888FEC72-1CC6-4CBE-8B98-63667553997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29D5D22-5EF7-4FF4-B27B-C1F41762490B}" srcId="{2858BAED-3639-4E5D-84BA-40DB8F0383BE}" destId="{74A2211A-B880-437A-A194-5ECF9AAF1305}" srcOrd="1" destOrd="0" parTransId="{B2702F6F-E2BC-4780-8481-4BFA9DA99444}" sibTransId="{E506AFA0-793F-461C-817A-9FAAF4E349D7}"/>
    <dgm:cxn modelId="{52BAB442-4FE6-48AD-AEF2-C1457D7369B7}" type="presOf" srcId="{2858BAED-3639-4E5D-84BA-40DB8F0383BE}" destId="{DC44E9A9-3474-4D34-B7AA-80126BB0F614}" srcOrd="0" destOrd="0" presId="urn:microsoft.com/office/officeart/2005/8/layout/vList2"/>
    <dgm:cxn modelId="{B46E8E7F-5A01-4590-B05D-768B6514C5B3}" type="presOf" srcId="{74A2211A-B880-437A-A194-5ECF9AAF1305}" destId="{FF3FDF26-BE71-41F5-B086-1F6D54B6E905}" srcOrd="0" destOrd="0" presId="urn:microsoft.com/office/officeart/2005/8/layout/vList2"/>
    <dgm:cxn modelId="{1BB34A9D-7420-4112-918C-2D13133B1E3E}" type="presOf" srcId="{73D45B41-D526-4F23-89A3-92A9D1586965}" destId="{068AE3EC-ED88-4A23-ACF0-1C07693EB85B}" srcOrd="0" destOrd="0" presId="urn:microsoft.com/office/officeart/2005/8/layout/vList2"/>
    <dgm:cxn modelId="{DE2B1DA8-AE8E-4B1C-81AE-DA088718069E}" type="presOf" srcId="{888FEC72-1CC6-4CBE-8B98-636675539975}" destId="{F1F47C24-B60D-4745-98C4-68FB5969BA32}" srcOrd="0" destOrd="0" presId="urn:microsoft.com/office/officeart/2005/8/layout/vList2"/>
    <dgm:cxn modelId="{CC0642FA-090F-4F41-A019-10F1A36546BD}" srcId="{2858BAED-3639-4E5D-84BA-40DB8F0383BE}" destId="{888FEC72-1CC6-4CBE-8B98-636675539975}" srcOrd="2" destOrd="0" parTransId="{31E86840-F56A-48AC-9613-B4ED3FA5CDF6}" sibTransId="{C01B8103-816C-4D09-BFA7-BE92B5694250}"/>
    <dgm:cxn modelId="{616BA2FC-FDD8-48DA-93CA-07CC31E6E262}" srcId="{2858BAED-3639-4E5D-84BA-40DB8F0383BE}" destId="{73D45B41-D526-4F23-89A3-92A9D1586965}" srcOrd="0" destOrd="0" parTransId="{48628CF9-8EC2-456C-83F3-27D3DC4C4BC3}" sibTransId="{C0ADC89D-33AF-4E3D-9766-9FF4E95DDF16}"/>
    <dgm:cxn modelId="{E25FE210-600E-4767-9238-4A6418A9F489}" type="presParOf" srcId="{DC44E9A9-3474-4D34-B7AA-80126BB0F614}" destId="{068AE3EC-ED88-4A23-ACF0-1C07693EB85B}" srcOrd="0" destOrd="0" presId="urn:microsoft.com/office/officeart/2005/8/layout/vList2"/>
    <dgm:cxn modelId="{63F6797D-8665-4EF2-83E4-8879CEC9D589}" type="presParOf" srcId="{DC44E9A9-3474-4D34-B7AA-80126BB0F614}" destId="{B071501C-B984-4260-91DA-A0DA577883DF}" srcOrd="1" destOrd="0" presId="urn:microsoft.com/office/officeart/2005/8/layout/vList2"/>
    <dgm:cxn modelId="{B18F835C-0CF3-439F-A62D-0BA8BF58D455}" type="presParOf" srcId="{DC44E9A9-3474-4D34-B7AA-80126BB0F614}" destId="{FF3FDF26-BE71-41F5-B086-1F6D54B6E905}" srcOrd="2" destOrd="0" presId="urn:microsoft.com/office/officeart/2005/8/layout/vList2"/>
    <dgm:cxn modelId="{6FE58C61-8DF8-4CB9-8027-C093A5023A30}" type="presParOf" srcId="{DC44E9A9-3474-4D34-B7AA-80126BB0F614}" destId="{28A87B1E-56BB-42E5-A323-F12F31B35CA1}" srcOrd="3" destOrd="0" presId="urn:microsoft.com/office/officeart/2005/8/layout/vList2"/>
    <dgm:cxn modelId="{651F5D64-FF85-4A26-844D-7CB9F62C1ED5}" type="presParOf" srcId="{DC44E9A9-3474-4D34-B7AA-80126BB0F614}" destId="{F1F47C24-B60D-4745-98C4-68FB5969BA3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D6267B-003E-465A-9AA7-0282002386A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FED1F4-DDED-474B-AA5A-49C0B00951BB}">
      <dgm:prSet/>
      <dgm:spPr/>
      <dgm:t>
        <a:bodyPr/>
        <a:lstStyle/>
        <a:p>
          <a:r>
            <a:rPr lang="en-US"/>
            <a:t>Xuất hình từ PDF (bản vẽ, bảng kích thước)</a:t>
          </a:r>
        </a:p>
      </dgm:t>
    </dgm:pt>
    <dgm:pt modelId="{10BBD050-2C2D-49F5-83C6-C5A1BA5C865B}" type="parTrans" cxnId="{16139142-4760-4294-8786-508F42D669AC}">
      <dgm:prSet/>
      <dgm:spPr/>
      <dgm:t>
        <a:bodyPr/>
        <a:lstStyle/>
        <a:p>
          <a:endParaRPr lang="en-US"/>
        </a:p>
      </dgm:t>
    </dgm:pt>
    <dgm:pt modelId="{312C1FE2-1220-47A9-916C-A0BFA0314519}" type="sibTrans" cxnId="{16139142-4760-4294-8786-508F42D669AC}">
      <dgm:prSet/>
      <dgm:spPr/>
      <dgm:t>
        <a:bodyPr/>
        <a:lstStyle/>
        <a:p>
          <a:endParaRPr lang="en-US"/>
        </a:p>
      </dgm:t>
    </dgm:pt>
    <dgm:pt modelId="{E50C3793-30EF-47ED-8F04-9FFC70DBB34D}">
      <dgm:prSet/>
      <dgm:spPr/>
      <dgm:t>
        <a:bodyPr/>
        <a:lstStyle/>
        <a:p>
          <a:r>
            <a:rPr lang="en-US"/>
            <a:t>Xóa logo/ watermark nguồn, thay logo YAS-TEK</a:t>
          </a:r>
        </a:p>
      </dgm:t>
    </dgm:pt>
    <dgm:pt modelId="{06793A4E-E722-40DA-830F-C61E78D533BA}" type="parTrans" cxnId="{9EB6F6A6-E50D-4F61-A634-06F7EC139DF2}">
      <dgm:prSet/>
      <dgm:spPr/>
      <dgm:t>
        <a:bodyPr/>
        <a:lstStyle/>
        <a:p>
          <a:endParaRPr lang="en-US"/>
        </a:p>
      </dgm:t>
    </dgm:pt>
    <dgm:pt modelId="{B27E6601-3143-4B09-9A85-5FEDC2E5788F}" type="sibTrans" cxnId="{9EB6F6A6-E50D-4F61-A634-06F7EC139DF2}">
      <dgm:prSet/>
      <dgm:spPr/>
      <dgm:t>
        <a:bodyPr/>
        <a:lstStyle/>
        <a:p>
          <a:endParaRPr lang="en-US"/>
        </a:p>
      </dgm:t>
    </dgm:pt>
    <dgm:pt modelId="{53983847-BA35-4053-BD64-2F04D0BE15EB}">
      <dgm:prSet/>
      <dgm:spPr/>
      <dgm:t>
        <a:bodyPr/>
        <a:lstStyle/>
        <a:p>
          <a:r>
            <a:rPr lang="en-US"/>
            <a:t>Chuẩn hóa tên ảnh &amp; lưu vào thư mục IMG/</a:t>
          </a:r>
        </a:p>
      </dgm:t>
    </dgm:pt>
    <dgm:pt modelId="{700C050B-25E9-4187-A06C-EB4FB29F0AF6}" type="parTrans" cxnId="{3F5396DB-C18D-476D-988C-8B4D2BECA375}">
      <dgm:prSet/>
      <dgm:spPr/>
      <dgm:t>
        <a:bodyPr/>
        <a:lstStyle/>
        <a:p>
          <a:endParaRPr lang="en-US"/>
        </a:p>
      </dgm:t>
    </dgm:pt>
    <dgm:pt modelId="{0A3E0CE6-57C5-4E2A-928F-B0C32D5B21CF}" type="sibTrans" cxnId="{3F5396DB-C18D-476D-988C-8B4D2BECA375}">
      <dgm:prSet/>
      <dgm:spPr/>
      <dgm:t>
        <a:bodyPr/>
        <a:lstStyle/>
        <a:p>
          <a:endParaRPr lang="en-US"/>
        </a:p>
      </dgm:t>
    </dgm:pt>
    <dgm:pt modelId="{39BAE308-D6DB-48D0-AF90-90FCB6F8F5AD}" type="pres">
      <dgm:prSet presAssocID="{89D6267B-003E-465A-9AA7-0282002386A0}" presName="Name0" presStyleCnt="0">
        <dgm:presLayoutVars>
          <dgm:dir/>
          <dgm:animLvl val="lvl"/>
          <dgm:resizeHandles val="exact"/>
        </dgm:presLayoutVars>
      </dgm:prSet>
      <dgm:spPr/>
    </dgm:pt>
    <dgm:pt modelId="{031F637C-6FBE-430E-B2E0-F7F9D4BEC9A1}" type="pres">
      <dgm:prSet presAssocID="{53983847-BA35-4053-BD64-2F04D0BE15EB}" presName="boxAndChildren" presStyleCnt="0"/>
      <dgm:spPr/>
    </dgm:pt>
    <dgm:pt modelId="{A0705509-5C28-4497-9CB6-4A69FE680267}" type="pres">
      <dgm:prSet presAssocID="{53983847-BA35-4053-BD64-2F04D0BE15EB}" presName="parentTextBox" presStyleLbl="node1" presStyleIdx="0" presStyleCnt="3"/>
      <dgm:spPr/>
    </dgm:pt>
    <dgm:pt modelId="{29C6A10F-81D4-47A2-8682-44231A158637}" type="pres">
      <dgm:prSet presAssocID="{B27E6601-3143-4B09-9A85-5FEDC2E5788F}" presName="sp" presStyleCnt="0"/>
      <dgm:spPr/>
    </dgm:pt>
    <dgm:pt modelId="{AA7501AE-9F96-4E16-AE04-4D88230441F0}" type="pres">
      <dgm:prSet presAssocID="{E50C3793-30EF-47ED-8F04-9FFC70DBB34D}" presName="arrowAndChildren" presStyleCnt="0"/>
      <dgm:spPr/>
    </dgm:pt>
    <dgm:pt modelId="{5B6AD27D-2C5A-4DC1-956E-CCE7EBA824E0}" type="pres">
      <dgm:prSet presAssocID="{E50C3793-30EF-47ED-8F04-9FFC70DBB34D}" presName="parentTextArrow" presStyleLbl="node1" presStyleIdx="1" presStyleCnt="3"/>
      <dgm:spPr/>
    </dgm:pt>
    <dgm:pt modelId="{D01DEBBE-5E18-4C0A-AB03-2E33AFA6FBCC}" type="pres">
      <dgm:prSet presAssocID="{312C1FE2-1220-47A9-916C-A0BFA0314519}" presName="sp" presStyleCnt="0"/>
      <dgm:spPr/>
    </dgm:pt>
    <dgm:pt modelId="{B05B0EA0-0331-47CB-AC66-B593F2BD43AF}" type="pres">
      <dgm:prSet presAssocID="{8AFED1F4-DDED-474B-AA5A-49C0B00951BB}" presName="arrowAndChildren" presStyleCnt="0"/>
      <dgm:spPr/>
    </dgm:pt>
    <dgm:pt modelId="{C5BB5BC0-008F-4E27-BFDF-C4DBA504374F}" type="pres">
      <dgm:prSet presAssocID="{8AFED1F4-DDED-474B-AA5A-49C0B00951BB}" presName="parentTextArrow" presStyleLbl="node1" presStyleIdx="2" presStyleCnt="3"/>
      <dgm:spPr/>
    </dgm:pt>
  </dgm:ptLst>
  <dgm:cxnLst>
    <dgm:cxn modelId="{D3864A04-B58B-4D82-B164-3254CC316778}" type="presOf" srcId="{E50C3793-30EF-47ED-8F04-9FFC70DBB34D}" destId="{5B6AD27D-2C5A-4DC1-956E-CCE7EBA824E0}" srcOrd="0" destOrd="0" presId="urn:microsoft.com/office/officeart/2005/8/layout/process4"/>
    <dgm:cxn modelId="{F8897318-2A62-461F-B33F-26C0E7F22EF4}" type="presOf" srcId="{89D6267B-003E-465A-9AA7-0282002386A0}" destId="{39BAE308-D6DB-48D0-AF90-90FCB6F8F5AD}" srcOrd="0" destOrd="0" presId="urn:microsoft.com/office/officeart/2005/8/layout/process4"/>
    <dgm:cxn modelId="{16139142-4760-4294-8786-508F42D669AC}" srcId="{89D6267B-003E-465A-9AA7-0282002386A0}" destId="{8AFED1F4-DDED-474B-AA5A-49C0B00951BB}" srcOrd="0" destOrd="0" parTransId="{10BBD050-2C2D-49F5-83C6-C5A1BA5C865B}" sibTransId="{312C1FE2-1220-47A9-916C-A0BFA0314519}"/>
    <dgm:cxn modelId="{8526B298-07FD-42B9-AA27-672D9DB77BF9}" type="presOf" srcId="{53983847-BA35-4053-BD64-2F04D0BE15EB}" destId="{A0705509-5C28-4497-9CB6-4A69FE680267}" srcOrd="0" destOrd="0" presId="urn:microsoft.com/office/officeart/2005/8/layout/process4"/>
    <dgm:cxn modelId="{9EB6F6A6-E50D-4F61-A634-06F7EC139DF2}" srcId="{89D6267B-003E-465A-9AA7-0282002386A0}" destId="{E50C3793-30EF-47ED-8F04-9FFC70DBB34D}" srcOrd="1" destOrd="0" parTransId="{06793A4E-E722-40DA-830F-C61E78D533BA}" sibTransId="{B27E6601-3143-4B09-9A85-5FEDC2E5788F}"/>
    <dgm:cxn modelId="{3F5396DB-C18D-476D-988C-8B4D2BECA375}" srcId="{89D6267B-003E-465A-9AA7-0282002386A0}" destId="{53983847-BA35-4053-BD64-2F04D0BE15EB}" srcOrd="2" destOrd="0" parTransId="{700C050B-25E9-4187-A06C-EB4FB29F0AF6}" sibTransId="{0A3E0CE6-57C5-4E2A-928F-B0C32D5B21CF}"/>
    <dgm:cxn modelId="{40E959F6-F74A-4430-97F5-74D72EF3C9F7}" type="presOf" srcId="{8AFED1F4-DDED-474B-AA5A-49C0B00951BB}" destId="{C5BB5BC0-008F-4E27-BFDF-C4DBA504374F}" srcOrd="0" destOrd="0" presId="urn:microsoft.com/office/officeart/2005/8/layout/process4"/>
    <dgm:cxn modelId="{95945900-49AD-4D60-9692-029A829ACD0A}" type="presParOf" srcId="{39BAE308-D6DB-48D0-AF90-90FCB6F8F5AD}" destId="{031F637C-6FBE-430E-B2E0-F7F9D4BEC9A1}" srcOrd="0" destOrd="0" presId="urn:microsoft.com/office/officeart/2005/8/layout/process4"/>
    <dgm:cxn modelId="{0DB708C1-96C8-4FDA-8A86-793FD477F5CE}" type="presParOf" srcId="{031F637C-6FBE-430E-B2E0-F7F9D4BEC9A1}" destId="{A0705509-5C28-4497-9CB6-4A69FE680267}" srcOrd="0" destOrd="0" presId="urn:microsoft.com/office/officeart/2005/8/layout/process4"/>
    <dgm:cxn modelId="{4CF208D5-1955-43A0-8682-EF7B10BBF06D}" type="presParOf" srcId="{39BAE308-D6DB-48D0-AF90-90FCB6F8F5AD}" destId="{29C6A10F-81D4-47A2-8682-44231A158637}" srcOrd="1" destOrd="0" presId="urn:microsoft.com/office/officeart/2005/8/layout/process4"/>
    <dgm:cxn modelId="{104F7D80-8F00-4BD3-B10E-AE9737C90E61}" type="presParOf" srcId="{39BAE308-D6DB-48D0-AF90-90FCB6F8F5AD}" destId="{AA7501AE-9F96-4E16-AE04-4D88230441F0}" srcOrd="2" destOrd="0" presId="urn:microsoft.com/office/officeart/2005/8/layout/process4"/>
    <dgm:cxn modelId="{DA82952E-8653-45BA-A1F1-BD9AFA913A1A}" type="presParOf" srcId="{AA7501AE-9F96-4E16-AE04-4D88230441F0}" destId="{5B6AD27D-2C5A-4DC1-956E-CCE7EBA824E0}" srcOrd="0" destOrd="0" presId="urn:microsoft.com/office/officeart/2005/8/layout/process4"/>
    <dgm:cxn modelId="{80987344-E9FB-4E4D-B49A-DC6D63AFC36B}" type="presParOf" srcId="{39BAE308-D6DB-48D0-AF90-90FCB6F8F5AD}" destId="{D01DEBBE-5E18-4C0A-AB03-2E33AFA6FBCC}" srcOrd="3" destOrd="0" presId="urn:microsoft.com/office/officeart/2005/8/layout/process4"/>
    <dgm:cxn modelId="{5E3726BC-E64F-427C-8085-1E7607D57BED}" type="presParOf" srcId="{39BAE308-D6DB-48D0-AF90-90FCB6F8F5AD}" destId="{B05B0EA0-0331-47CB-AC66-B593F2BD43AF}" srcOrd="4" destOrd="0" presId="urn:microsoft.com/office/officeart/2005/8/layout/process4"/>
    <dgm:cxn modelId="{13A73921-BF4E-4420-A98C-4D7F4E7EB386}" type="presParOf" srcId="{B05B0EA0-0331-47CB-AC66-B593F2BD43AF}" destId="{C5BB5BC0-008F-4E27-BFDF-C4DBA504374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864261-C283-43B9-8A1F-C65B6EC0FB0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A9BE9F-EAA6-41FB-AA0E-4BEFDE3D3B11}">
      <dgm:prSet/>
      <dgm:spPr/>
      <dgm:t>
        <a:bodyPr/>
        <a:lstStyle/>
        <a:p>
          <a:r>
            <a:rPr lang="en-US"/>
            <a:t>Dùng info.txt tạo nội dung 10 mục (Thông tin, Chi tiết, SEO)</a:t>
          </a:r>
        </a:p>
      </dgm:t>
    </dgm:pt>
    <dgm:pt modelId="{6931F317-49BC-41DE-85C3-8DC92F997788}" type="parTrans" cxnId="{E4FB5188-CCB6-43FD-80C0-02CECEA136D6}">
      <dgm:prSet/>
      <dgm:spPr/>
      <dgm:t>
        <a:bodyPr/>
        <a:lstStyle/>
        <a:p>
          <a:endParaRPr lang="en-US"/>
        </a:p>
      </dgm:t>
    </dgm:pt>
    <dgm:pt modelId="{95F9C05D-A1AB-47FE-BD95-85EEF3D27465}" type="sibTrans" cxnId="{E4FB5188-CCB6-43FD-80C0-02CECEA136D6}">
      <dgm:prSet/>
      <dgm:spPr/>
      <dgm:t>
        <a:bodyPr/>
        <a:lstStyle/>
        <a:p>
          <a:endParaRPr lang="en-US"/>
        </a:p>
      </dgm:t>
    </dgm:pt>
    <dgm:pt modelId="{E65273B1-8C29-495A-8C7F-FCA7673AEFA2}">
      <dgm:prSet/>
      <dgm:spPr/>
      <dgm:t>
        <a:bodyPr/>
        <a:lstStyle/>
        <a:p>
          <a:r>
            <a:rPr lang="en-US"/>
            <a:t>Mô tả ngắn dạng đoạn văn; thông số dạng bảng</a:t>
          </a:r>
        </a:p>
      </dgm:t>
    </dgm:pt>
    <dgm:pt modelId="{ECB357D0-5820-4F03-A930-6C2672295C5E}" type="parTrans" cxnId="{699C35AF-C2AE-4B22-91E1-7A4F8667881F}">
      <dgm:prSet/>
      <dgm:spPr/>
      <dgm:t>
        <a:bodyPr/>
        <a:lstStyle/>
        <a:p>
          <a:endParaRPr lang="en-US"/>
        </a:p>
      </dgm:t>
    </dgm:pt>
    <dgm:pt modelId="{9D6E70DE-803C-4591-A70C-DB1B34681230}" type="sibTrans" cxnId="{699C35AF-C2AE-4B22-91E1-7A4F8667881F}">
      <dgm:prSet/>
      <dgm:spPr/>
      <dgm:t>
        <a:bodyPr/>
        <a:lstStyle/>
        <a:p>
          <a:endParaRPr lang="en-US"/>
        </a:p>
      </dgm:t>
    </dgm:pt>
    <dgm:pt modelId="{4AFA7D51-A6F2-476C-A428-3DD958673B6A}">
      <dgm:prSet/>
      <dgm:spPr/>
      <dgm:t>
        <a:bodyPr/>
        <a:lstStyle/>
        <a:p>
          <a:r>
            <a:rPr lang="en-US"/>
            <a:t>Kiểm tra từ khóa, URL, title, meta description</a:t>
          </a:r>
        </a:p>
      </dgm:t>
    </dgm:pt>
    <dgm:pt modelId="{D0C9BB5F-E0E6-4575-A61A-E9771F566D12}" type="parTrans" cxnId="{53A43E48-8A09-4230-A2E5-4181739EB7C6}">
      <dgm:prSet/>
      <dgm:spPr/>
      <dgm:t>
        <a:bodyPr/>
        <a:lstStyle/>
        <a:p>
          <a:endParaRPr lang="en-US"/>
        </a:p>
      </dgm:t>
    </dgm:pt>
    <dgm:pt modelId="{8F66A1B5-DEAF-4174-B234-7EFF40653A98}" type="sibTrans" cxnId="{53A43E48-8A09-4230-A2E5-4181739EB7C6}">
      <dgm:prSet/>
      <dgm:spPr/>
      <dgm:t>
        <a:bodyPr/>
        <a:lstStyle/>
        <a:p>
          <a:endParaRPr lang="en-US"/>
        </a:p>
      </dgm:t>
    </dgm:pt>
    <dgm:pt modelId="{7E7721A9-C7A4-4D9D-A380-A8459CEE7D49}" type="pres">
      <dgm:prSet presAssocID="{94864261-C283-43B9-8A1F-C65B6EC0FB07}" presName="outerComposite" presStyleCnt="0">
        <dgm:presLayoutVars>
          <dgm:chMax val="5"/>
          <dgm:dir/>
          <dgm:resizeHandles val="exact"/>
        </dgm:presLayoutVars>
      </dgm:prSet>
      <dgm:spPr/>
    </dgm:pt>
    <dgm:pt modelId="{DF18A256-0B6F-4B1A-8B23-75FD40DE48CE}" type="pres">
      <dgm:prSet presAssocID="{94864261-C283-43B9-8A1F-C65B6EC0FB07}" presName="dummyMaxCanvas" presStyleCnt="0">
        <dgm:presLayoutVars/>
      </dgm:prSet>
      <dgm:spPr/>
    </dgm:pt>
    <dgm:pt modelId="{2CA9506B-A7AA-4C19-9D42-537BBFD09A92}" type="pres">
      <dgm:prSet presAssocID="{94864261-C283-43B9-8A1F-C65B6EC0FB07}" presName="ThreeNodes_1" presStyleLbl="node1" presStyleIdx="0" presStyleCnt="3">
        <dgm:presLayoutVars>
          <dgm:bulletEnabled val="1"/>
        </dgm:presLayoutVars>
      </dgm:prSet>
      <dgm:spPr/>
    </dgm:pt>
    <dgm:pt modelId="{97B58F6F-9203-4025-ABE0-B5A4FC0C57E2}" type="pres">
      <dgm:prSet presAssocID="{94864261-C283-43B9-8A1F-C65B6EC0FB07}" presName="ThreeNodes_2" presStyleLbl="node1" presStyleIdx="1" presStyleCnt="3">
        <dgm:presLayoutVars>
          <dgm:bulletEnabled val="1"/>
        </dgm:presLayoutVars>
      </dgm:prSet>
      <dgm:spPr/>
    </dgm:pt>
    <dgm:pt modelId="{141E1445-EBEF-457B-B697-4A1C09FA0D25}" type="pres">
      <dgm:prSet presAssocID="{94864261-C283-43B9-8A1F-C65B6EC0FB07}" presName="ThreeNodes_3" presStyleLbl="node1" presStyleIdx="2" presStyleCnt="3">
        <dgm:presLayoutVars>
          <dgm:bulletEnabled val="1"/>
        </dgm:presLayoutVars>
      </dgm:prSet>
      <dgm:spPr/>
    </dgm:pt>
    <dgm:pt modelId="{B13B4B78-FD06-4370-B83D-FDDFFF566775}" type="pres">
      <dgm:prSet presAssocID="{94864261-C283-43B9-8A1F-C65B6EC0FB07}" presName="ThreeConn_1-2" presStyleLbl="fgAccFollowNode1" presStyleIdx="0" presStyleCnt="2">
        <dgm:presLayoutVars>
          <dgm:bulletEnabled val="1"/>
        </dgm:presLayoutVars>
      </dgm:prSet>
      <dgm:spPr/>
    </dgm:pt>
    <dgm:pt modelId="{C31A62D4-ABDD-447D-9D17-B25B8F5E4ECB}" type="pres">
      <dgm:prSet presAssocID="{94864261-C283-43B9-8A1F-C65B6EC0FB07}" presName="ThreeConn_2-3" presStyleLbl="fgAccFollowNode1" presStyleIdx="1" presStyleCnt="2">
        <dgm:presLayoutVars>
          <dgm:bulletEnabled val="1"/>
        </dgm:presLayoutVars>
      </dgm:prSet>
      <dgm:spPr/>
    </dgm:pt>
    <dgm:pt modelId="{8A8696CE-3BCF-4FEE-8E8D-3E54BA5A415F}" type="pres">
      <dgm:prSet presAssocID="{94864261-C283-43B9-8A1F-C65B6EC0FB07}" presName="ThreeNodes_1_text" presStyleLbl="node1" presStyleIdx="2" presStyleCnt="3">
        <dgm:presLayoutVars>
          <dgm:bulletEnabled val="1"/>
        </dgm:presLayoutVars>
      </dgm:prSet>
      <dgm:spPr/>
    </dgm:pt>
    <dgm:pt modelId="{C0E48062-8E44-4925-8E2A-CE2D886B26A2}" type="pres">
      <dgm:prSet presAssocID="{94864261-C283-43B9-8A1F-C65B6EC0FB07}" presName="ThreeNodes_2_text" presStyleLbl="node1" presStyleIdx="2" presStyleCnt="3">
        <dgm:presLayoutVars>
          <dgm:bulletEnabled val="1"/>
        </dgm:presLayoutVars>
      </dgm:prSet>
      <dgm:spPr/>
    </dgm:pt>
    <dgm:pt modelId="{39ECE587-FBEB-469C-8672-447E77344927}" type="pres">
      <dgm:prSet presAssocID="{94864261-C283-43B9-8A1F-C65B6EC0FB0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2BDC010-B12B-43BD-855A-7BDABC1708C5}" type="presOf" srcId="{4AFA7D51-A6F2-476C-A428-3DD958673B6A}" destId="{141E1445-EBEF-457B-B697-4A1C09FA0D25}" srcOrd="0" destOrd="0" presId="urn:microsoft.com/office/officeart/2005/8/layout/vProcess5"/>
    <dgm:cxn modelId="{5DF93E40-4065-45A5-8698-6457DD3E93B4}" type="presOf" srcId="{00A9BE9F-EAA6-41FB-AA0E-4BEFDE3D3B11}" destId="{2CA9506B-A7AA-4C19-9D42-537BBFD09A92}" srcOrd="0" destOrd="0" presId="urn:microsoft.com/office/officeart/2005/8/layout/vProcess5"/>
    <dgm:cxn modelId="{6C000565-FABF-4B11-9659-4DFF5E7D0A9F}" type="presOf" srcId="{4AFA7D51-A6F2-476C-A428-3DD958673B6A}" destId="{39ECE587-FBEB-469C-8672-447E77344927}" srcOrd="1" destOrd="0" presId="urn:microsoft.com/office/officeart/2005/8/layout/vProcess5"/>
    <dgm:cxn modelId="{53A43E48-8A09-4230-A2E5-4181739EB7C6}" srcId="{94864261-C283-43B9-8A1F-C65B6EC0FB07}" destId="{4AFA7D51-A6F2-476C-A428-3DD958673B6A}" srcOrd="2" destOrd="0" parTransId="{D0C9BB5F-E0E6-4575-A61A-E9771F566D12}" sibTransId="{8F66A1B5-DEAF-4174-B234-7EFF40653A98}"/>
    <dgm:cxn modelId="{A246E54A-04C2-487B-A406-59CA56DBD91B}" type="presOf" srcId="{9D6E70DE-803C-4591-A70C-DB1B34681230}" destId="{C31A62D4-ABDD-447D-9D17-B25B8F5E4ECB}" srcOrd="0" destOrd="0" presId="urn:microsoft.com/office/officeart/2005/8/layout/vProcess5"/>
    <dgm:cxn modelId="{560C074E-DDE8-4DF4-A447-58B313F1CFCF}" type="presOf" srcId="{94864261-C283-43B9-8A1F-C65B6EC0FB07}" destId="{7E7721A9-C7A4-4D9D-A380-A8459CEE7D49}" srcOrd="0" destOrd="0" presId="urn:microsoft.com/office/officeart/2005/8/layout/vProcess5"/>
    <dgm:cxn modelId="{E4FB5188-CCB6-43FD-80C0-02CECEA136D6}" srcId="{94864261-C283-43B9-8A1F-C65B6EC0FB07}" destId="{00A9BE9F-EAA6-41FB-AA0E-4BEFDE3D3B11}" srcOrd="0" destOrd="0" parTransId="{6931F317-49BC-41DE-85C3-8DC92F997788}" sibTransId="{95F9C05D-A1AB-47FE-BD95-85EEF3D27465}"/>
    <dgm:cxn modelId="{4EF2A199-F55C-4486-9DEB-6385C9B7F719}" type="presOf" srcId="{E65273B1-8C29-495A-8C7F-FCA7673AEFA2}" destId="{97B58F6F-9203-4025-ABE0-B5A4FC0C57E2}" srcOrd="0" destOrd="0" presId="urn:microsoft.com/office/officeart/2005/8/layout/vProcess5"/>
    <dgm:cxn modelId="{699C35AF-C2AE-4B22-91E1-7A4F8667881F}" srcId="{94864261-C283-43B9-8A1F-C65B6EC0FB07}" destId="{E65273B1-8C29-495A-8C7F-FCA7673AEFA2}" srcOrd="1" destOrd="0" parTransId="{ECB357D0-5820-4F03-A930-6C2672295C5E}" sibTransId="{9D6E70DE-803C-4591-A70C-DB1B34681230}"/>
    <dgm:cxn modelId="{1D2104B3-440F-42EA-AEA2-8EF37A783D4E}" type="presOf" srcId="{00A9BE9F-EAA6-41FB-AA0E-4BEFDE3D3B11}" destId="{8A8696CE-3BCF-4FEE-8E8D-3E54BA5A415F}" srcOrd="1" destOrd="0" presId="urn:microsoft.com/office/officeart/2005/8/layout/vProcess5"/>
    <dgm:cxn modelId="{7D6134DB-F111-4537-90EE-3A6670458300}" type="presOf" srcId="{E65273B1-8C29-495A-8C7F-FCA7673AEFA2}" destId="{C0E48062-8E44-4925-8E2A-CE2D886B26A2}" srcOrd="1" destOrd="0" presId="urn:microsoft.com/office/officeart/2005/8/layout/vProcess5"/>
    <dgm:cxn modelId="{CFD900F3-91AD-4DA2-B9DE-7FC4B4B65E0E}" type="presOf" srcId="{95F9C05D-A1AB-47FE-BD95-85EEF3D27465}" destId="{B13B4B78-FD06-4370-B83D-FDDFFF566775}" srcOrd="0" destOrd="0" presId="urn:microsoft.com/office/officeart/2005/8/layout/vProcess5"/>
    <dgm:cxn modelId="{DA8C6635-766C-44C0-95F4-4E7781E9AEED}" type="presParOf" srcId="{7E7721A9-C7A4-4D9D-A380-A8459CEE7D49}" destId="{DF18A256-0B6F-4B1A-8B23-75FD40DE48CE}" srcOrd="0" destOrd="0" presId="urn:microsoft.com/office/officeart/2005/8/layout/vProcess5"/>
    <dgm:cxn modelId="{FAED3C08-0F43-4D18-BD66-D85B5C2D4E9E}" type="presParOf" srcId="{7E7721A9-C7A4-4D9D-A380-A8459CEE7D49}" destId="{2CA9506B-A7AA-4C19-9D42-537BBFD09A92}" srcOrd="1" destOrd="0" presId="urn:microsoft.com/office/officeart/2005/8/layout/vProcess5"/>
    <dgm:cxn modelId="{E58E48EE-F08F-4CB4-9B8A-F1172C108424}" type="presParOf" srcId="{7E7721A9-C7A4-4D9D-A380-A8459CEE7D49}" destId="{97B58F6F-9203-4025-ABE0-B5A4FC0C57E2}" srcOrd="2" destOrd="0" presId="urn:microsoft.com/office/officeart/2005/8/layout/vProcess5"/>
    <dgm:cxn modelId="{EA70EE4F-0D6E-44BE-8114-CA3CEFFDDB15}" type="presParOf" srcId="{7E7721A9-C7A4-4D9D-A380-A8459CEE7D49}" destId="{141E1445-EBEF-457B-B697-4A1C09FA0D25}" srcOrd="3" destOrd="0" presId="urn:microsoft.com/office/officeart/2005/8/layout/vProcess5"/>
    <dgm:cxn modelId="{D2E1D829-DBB8-463E-8252-D3259F907190}" type="presParOf" srcId="{7E7721A9-C7A4-4D9D-A380-A8459CEE7D49}" destId="{B13B4B78-FD06-4370-B83D-FDDFFF566775}" srcOrd="4" destOrd="0" presId="urn:microsoft.com/office/officeart/2005/8/layout/vProcess5"/>
    <dgm:cxn modelId="{1F2BDCD5-F077-451A-847B-F024596AAE0C}" type="presParOf" srcId="{7E7721A9-C7A4-4D9D-A380-A8459CEE7D49}" destId="{C31A62D4-ABDD-447D-9D17-B25B8F5E4ECB}" srcOrd="5" destOrd="0" presId="urn:microsoft.com/office/officeart/2005/8/layout/vProcess5"/>
    <dgm:cxn modelId="{6F974316-68FC-4875-A68A-8E6CF0503EE2}" type="presParOf" srcId="{7E7721A9-C7A4-4D9D-A380-A8459CEE7D49}" destId="{8A8696CE-3BCF-4FEE-8E8D-3E54BA5A415F}" srcOrd="6" destOrd="0" presId="urn:microsoft.com/office/officeart/2005/8/layout/vProcess5"/>
    <dgm:cxn modelId="{2F2C938D-3A14-4088-938A-78636A82607E}" type="presParOf" srcId="{7E7721A9-C7A4-4D9D-A380-A8459CEE7D49}" destId="{C0E48062-8E44-4925-8E2A-CE2D886B26A2}" srcOrd="7" destOrd="0" presId="urn:microsoft.com/office/officeart/2005/8/layout/vProcess5"/>
    <dgm:cxn modelId="{A8EC6078-38BA-4960-BADA-E5B471DE020F}" type="presParOf" srcId="{7E7721A9-C7A4-4D9D-A380-A8459CEE7D49}" destId="{39ECE587-FBEB-469C-8672-447E7734492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53408F-7EE1-499F-BB4D-0ED16C2EFCD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05863C-616F-4A94-8DFA-36A9B619F88F}">
      <dgm:prSet/>
      <dgm:spPr/>
      <dgm:t>
        <a:bodyPr/>
        <a:lstStyle/>
        <a:p>
          <a:r>
            <a:rPr lang="en-US"/>
            <a:t>Đính kèm PDF catalog vào thư mục sản phẩm</a:t>
          </a:r>
        </a:p>
      </dgm:t>
    </dgm:pt>
    <dgm:pt modelId="{BAB152DB-D6CC-4C57-BFF4-D949C8D68210}" type="parTrans" cxnId="{B83D7E6E-EF8F-45B6-8B3F-4E25D4D8C0A6}">
      <dgm:prSet/>
      <dgm:spPr/>
      <dgm:t>
        <a:bodyPr/>
        <a:lstStyle/>
        <a:p>
          <a:endParaRPr lang="en-US"/>
        </a:p>
      </dgm:t>
    </dgm:pt>
    <dgm:pt modelId="{818352A0-82E2-4783-B0C4-91034D072C5D}" type="sibTrans" cxnId="{B83D7E6E-EF8F-45B6-8B3F-4E25D4D8C0A6}">
      <dgm:prSet/>
      <dgm:spPr/>
      <dgm:t>
        <a:bodyPr/>
        <a:lstStyle/>
        <a:p>
          <a:endParaRPr lang="en-US"/>
        </a:p>
      </dgm:t>
    </dgm:pt>
    <dgm:pt modelId="{2AE3C8FC-DF34-4E30-B042-6620BE1B7DFE}">
      <dgm:prSet/>
      <dgm:spPr/>
      <dgm:t>
        <a:bodyPr/>
        <a:lstStyle/>
        <a:p>
          <a:r>
            <a:rPr lang="en-US"/>
            <a:t>Gắn ảnh sản phẩm/bản vẽ vào mục HÌNH ẢNH</a:t>
          </a:r>
        </a:p>
      </dgm:t>
    </dgm:pt>
    <dgm:pt modelId="{E17802B2-819C-4AE4-B9C6-0859BA337B2C}" type="parTrans" cxnId="{3006C7F4-FB60-41BF-9F8E-EABD0541DC8B}">
      <dgm:prSet/>
      <dgm:spPr/>
      <dgm:t>
        <a:bodyPr/>
        <a:lstStyle/>
        <a:p>
          <a:endParaRPr lang="en-US"/>
        </a:p>
      </dgm:t>
    </dgm:pt>
    <dgm:pt modelId="{599019F6-7546-4DEE-BF89-4E8CEB443085}" type="sibTrans" cxnId="{3006C7F4-FB60-41BF-9F8E-EABD0541DC8B}">
      <dgm:prSet/>
      <dgm:spPr/>
      <dgm:t>
        <a:bodyPr/>
        <a:lstStyle/>
        <a:p>
          <a:endParaRPr lang="en-US"/>
        </a:p>
      </dgm:t>
    </dgm:pt>
    <dgm:pt modelId="{158AD759-B20E-436A-90E3-47B55B13168D}">
      <dgm:prSet/>
      <dgm:spPr/>
      <dgm:t>
        <a:bodyPr/>
        <a:lstStyle/>
        <a:p>
          <a:r>
            <a:rPr lang="en-US"/>
            <a:t>Đảm bảo ≥ 3–5 ảnh, chất lượng rõ nét</a:t>
          </a:r>
        </a:p>
      </dgm:t>
    </dgm:pt>
    <dgm:pt modelId="{6C3586C3-415C-4027-A0D5-B1D3FB73D4DB}" type="parTrans" cxnId="{00556A26-2313-4709-898C-AC2F39A937F7}">
      <dgm:prSet/>
      <dgm:spPr/>
      <dgm:t>
        <a:bodyPr/>
        <a:lstStyle/>
        <a:p>
          <a:endParaRPr lang="en-US"/>
        </a:p>
      </dgm:t>
    </dgm:pt>
    <dgm:pt modelId="{616FA37F-3E8E-4074-9401-21D54369C3FA}" type="sibTrans" cxnId="{00556A26-2313-4709-898C-AC2F39A937F7}">
      <dgm:prSet/>
      <dgm:spPr/>
      <dgm:t>
        <a:bodyPr/>
        <a:lstStyle/>
        <a:p>
          <a:endParaRPr lang="en-US"/>
        </a:p>
      </dgm:t>
    </dgm:pt>
    <dgm:pt modelId="{F962B58B-4AF9-4857-8B9C-22B8C68293FC}" type="pres">
      <dgm:prSet presAssocID="{CA53408F-7EE1-499F-BB4D-0ED16C2EFCDE}" presName="outerComposite" presStyleCnt="0">
        <dgm:presLayoutVars>
          <dgm:chMax val="5"/>
          <dgm:dir/>
          <dgm:resizeHandles val="exact"/>
        </dgm:presLayoutVars>
      </dgm:prSet>
      <dgm:spPr/>
    </dgm:pt>
    <dgm:pt modelId="{AEEFD14A-F1D2-4463-9C32-6FF41F8B2E63}" type="pres">
      <dgm:prSet presAssocID="{CA53408F-7EE1-499F-BB4D-0ED16C2EFCDE}" presName="dummyMaxCanvas" presStyleCnt="0">
        <dgm:presLayoutVars/>
      </dgm:prSet>
      <dgm:spPr/>
    </dgm:pt>
    <dgm:pt modelId="{18DB61B1-15EC-4ED7-BA0D-592DC9F4AB4D}" type="pres">
      <dgm:prSet presAssocID="{CA53408F-7EE1-499F-BB4D-0ED16C2EFCDE}" presName="ThreeNodes_1" presStyleLbl="node1" presStyleIdx="0" presStyleCnt="3">
        <dgm:presLayoutVars>
          <dgm:bulletEnabled val="1"/>
        </dgm:presLayoutVars>
      </dgm:prSet>
      <dgm:spPr/>
    </dgm:pt>
    <dgm:pt modelId="{98D895DF-6CCC-4B17-95DC-540705E74FBD}" type="pres">
      <dgm:prSet presAssocID="{CA53408F-7EE1-499F-BB4D-0ED16C2EFCDE}" presName="ThreeNodes_2" presStyleLbl="node1" presStyleIdx="1" presStyleCnt="3">
        <dgm:presLayoutVars>
          <dgm:bulletEnabled val="1"/>
        </dgm:presLayoutVars>
      </dgm:prSet>
      <dgm:spPr/>
    </dgm:pt>
    <dgm:pt modelId="{78A6874B-6B10-485E-AD44-66C1C29BD231}" type="pres">
      <dgm:prSet presAssocID="{CA53408F-7EE1-499F-BB4D-0ED16C2EFCDE}" presName="ThreeNodes_3" presStyleLbl="node1" presStyleIdx="2" presStyleCnt="3">
        <dgm:presLayoutVars>
          <dgm:bulletEnabled val="1"/>
        </dgm:presLayoutVars>
      </dgm:prSet>
      <dgm:spPr/>
    </dgm:pt>
    <dgm:pt modelId="{1011DF1F-3AB6-4D0D-9A34-FDB1873FB292}" type="pres">
      <dgm:prSet presAssocID="{CA53408F-7EE1-499F-BB4D-0ED16C2EFCDE}" presName="ThreeConn_1-2" presStyleLbl="fgAccFollowNode1" presStyleIdx="0" presStyleCnt="2">
        <dgm:presLayoutVars>
          <dgm:bulletEnabled val="1"/>
        </dgm:presLayoutVars>
      </dgm:prSet>
      <dgm:spPr/>
    </dgm:pt>
    <dgm:pt modelId="{6D7FB166-89A6-489D-9981-DA75B4DAAFD1}" type="pres">
      <dgm:prSet presAssocID="{CA53408F-7EE1-499F-BB4D-0ED16C2EFCDE}" presName="ThreeConn_2-3" presStyleLbl="fgAccFollowNode1" presStyleIdx="1" presStyleCnt="2">
        <dgm:presLayoutVars>
          <dgm:bulletEnabled val="1"/>
        </dgm:presLayoutVars>
      </dgm:prSet>
      <dgm:spPr/>
    </dgm:pt>
    <dgm:pt modelId="{8B3E4B2D-7622-4A02-8323-64E81107090A}" type="pres">
      <dgm:prSet presAssocID="{CA53408F-7EE1-499F-BB4D-0ED16C2EFCDE}" presName="ThreeNodes_1_text" presStyleLbl="node1" presStyleIdx="2" presStyleCnt="3">
        <dgm:presLayoutVars>
          <dgm:bulletEnabled val="1"/>
        </dgm:presLayoutVars>
      </dgm:prSet>
      <dgm:spPr/>
    </dgm:pt>
    <dgm:pt modelId="{4C95ABB3-A7D2-43ED-8F2E-B3A9B70835DF}" type="pres">
      <dgm:prSet presAssocID="{CA53408F-7EE1-499F-BB4D-0ED16C2EFCDE}" presName="ThreeNodes_2_text" presStyleLbl="node1" presStyleIdx="2" presStyleCnt="3">
        <dgm:presLayoutVars>
          <dgm:bulletEnabled val="1"/>
        </dgm:presLayoutVars>
      </dgm:prSet>
      <dgm:spPr/>
    </dgm:pt>
    <dgm:pt modelId="{981EF263-1D5E-435B-AEEB-19A0B8C1D1F3}" type="pres">
      <dgm:prSet presAssocID="{CA53408F-7EE1-499F-BB4D-0ED16C2EFCD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5EFFD17-B65F-4BC1-9F8B-B168FCB68AE1}" type="presOf" srcId="{2AE3C8FC-DF34-4E30-B042-6620BE1B7DFE}" destId="{98D895DF-6CCC-4B17-95DC-540705E74FBD}" srcOrd="0" destOrd="0" presId="urn:microsoft.com/office/officeart/2005/8/layout/vProcess5"/>
    <dgm:cxn modelId="{00556A26-2313-4709-898C-AC2F39A937F7}" srcId="{CA53408F-7EE1-499F-BB4D-0ED16C2EFCDE}" destId="{158AD759-B20E-436A-90E3-47B55B13168D}" srcOrd="2" destOrd="0" parTransId="{6C3586C3-415C-4027-A0D5-B1D3FB73D4DB}" sibTransId="{616FA37F-3E8E-4074-9401-21D54369C3FA}"/>
    <dgm:cxn modelId="{B83D7E6E-EF8F-45B6-8B3F-4E25D4D8C0A6}" srcId="{CA53408F-7EE1-499F-BB4D-0ED16C2EFCDE}" destId="{4705863C-616F-4A94-8DFA-36A9B619F88F}" srcOrd="0" destOrd="0" parTransId="{BAB152DB-D6CC-4C57-BFF4-D949C8D68210}" sibTransId="{818352A0-82E2-4783-B0C4-91034D072C5D}"/>
    <dgm:cxn modelId="{17D95A73-D43A-4A74-A8FD-EF1DA7B2A02C}" type="presOf" srcId="{4705863C-616F-4A94-8DFA-36A9B619F88F}" destId="{8B3E4B2D-7622-4A02-8323-64E81107090A}" srcOrd="1" destOrd="0" presId="urn:microsoft.com/office/officeart/2005/8/layout/vProcess5"/>
    <dgm:cxn modelId="{579FA39A-0960-4DDB-8092-3CEFBF1476FC}" type="presOf" srcId="{158AD759-B20E-436A-90E3-47B55B13168D}" destId="{78A6874B-6B10-485E-AD44-66C1C29BD231}" srcOrd="0" destOrd="0" presId="urn:microsoft.com/office/officeart/2005/8/layout/vProcess5"/>
    <dgm:cxn modelId="{C1AA4CA7-1AAE-455A-8A91-02AEE15E6E33}" type="presOf" srcId="{599019F6-7546-4DEE-BF89-4E8CEB443085}" destId="{6D7FB166-89A6-489D-9981-DA75B4DAAFD1}" srcOrd="0" destOrd="0" presId="urn:microsoft.com/office/officeart/2005/8/layout/vProcess5"/>
    <dgm:cxn modelId="{EF3111AB-C499-4840-A4F2-DED62B10D8AA}" type="presOf" srcId="{4705863C-616F-4A94-8DFA-36A9B619F88F}" destId="{18DB61B1-15EC-4ED7-BA0D-592DC9F4AB4D}" srcOrd="0" destOrd="0" presId="urn:microsoft.com/office/officeart/2005/8/layout/vProcess5"/>
    <dgm:cxn modelId="{B88ED6BC-487C-4A99-81A4-36A0DF2E33DD}" type="presOf" srcId="{2AE3C8FC-DF34-4E30-B042-6620BE1B7DFE}" destId="{4C95ABB3-A7D2-43ED-8F2E-B3A9B70835DF}" srcOrd="1" destOrd="0" presId="urn:microsoft.com/office/officeart/2005/8/layout/vProcess5"/>
    <dgm:cxn modelId="{52215DEA-F5E2-442D-B8D1-6FEA459115DD}" type="presOf" srcId="{158AD759-B20E-436A-90E3-47B55B13168D}" destId="{981EF263-1D5E-435B-AEEB-19A0B8C1D1F3}" srcOrd="1" destOrd="0" presId="urn:microsoft.com/office/officeart/2005/8/layout/vProcess5"/>
    <dgm:cxn modelId="{8A43D5EC-92F2-41DD-9BE4-4D74EA139655}" type="presOf" srcId="{818352A0-82E2-4783-B0C4-91034D072C5D}" destId="{1011DF1F-3AB6-4D0D-9A34-FDB1873FB292}" srcOrd="0" destOrd="0" presId="urn:microsoft.com/office/officeart/2005/8/layout/vProcess5"/>
    <dgm:cxn modelId="{9F06B3F3-FEFA-4F50-95A0-BD267E4340F7}" type="presOf" srcId="{CA53408F-7EE1-499F-BB4D-0ED16C2EFCDE}" destId="{F962B58B-4AF9-4857-8B9C-22B8C68293FC}" srcOrd="0" destOrd="0" presId="urn:microsoft.com/office/officeart/2005/8/layout/vProcess5"/>
    <dgm:cxn modelId="{3006C7F4-FB60-41BF-9F8E-EABD0541DC8B}" srcId="{CA53408F-7EE1-499F-BB4D-0ED16C2EFCDE}" destId="{2AE3C8FC-DF34-4E30-B042-6620BE1B7DFE}" srcOrd="1" destOrd="0" parTransId="{E17802B2-819C-4AE4-B9C6-0859BA337B2C}" sibTransId="{599019F6-7546-4DEE-BF89-4E8CEB443085}"/>
    <dgm:cxn modelId="{304F6D04-7429-4234-83DB-471C63CB14EF}" type="presParOf" srcId="{F962B58B-4AF9-4857-8B9C-22B8C68293FC}" destId="{AEEFD14A-F1D2-4463-9C32-6FF41F8B2E63}" srcOrd="0" destOrd="0" presId="urn:microsoft.com/office/officeart/2005/8/layout/vProcess5"/>
    <dgm:cxn modelId="{786DE0AB-E531-4917-8DE7-279A987824C5}" type="presParOf" srcId="{F962B58B-4AF9-4857-8B9C-22B8C68293FC}" destId="{18DB61B1-15EC-4ED7-BA0D-592DC9F4AB4D}" srcOrd="1" destOrd="0" presId="urn:microsoft.com/office/officeart/2005/8/layout/vProcess5"/>
    <dgm:cxn modelId="{F5732351-0A5F-497C-9C98-C1A1E8D24B3A}" type="presParOf" srcId="{F962B58B-4AF9-4857-8B9C-22B8C68293FC}" destId="{98D895DF-6CCC-4B17-95DC-540705E74FBD}" srcOrd="2" destOrd="0" presId="urn:microsoft.com/office/officeart/2005/8/layout/vProcess5"/>
    <dgm:cxn modelId="{CC2A2837-EF86-4644-A785-A88AD6E1D929}" type="presParOf" srcId="{F962B58B-4AF9-4857-8B9C-22B8C68293FC}" destId="{78A6874B-6B10-485E-AD44-66C1C29BD231}" srcOrd="3" destOrd="0" presId="urn:microsoft.com/office/officeart/2005/8/layout/vProcess5"/>
    <dgm:cxn modelId="{C331E124-588D-4A30-A311-68595BFC609F}" type="presParOf" srcId="{F962B58B-4AF9-4857-8B9C-22B8C68293FC}" destId="{1011DF1F-3AB6-4D0D-9A34-FDB1873FB292}" srcOrd="4" destOrd="0" presId="urn:microsoft.com/office/officeart/2005/8/layout/vProcess5"/>
    <dgm:cxn modelId="{92C91BDE-031E-4EBF-9E05-158D102EAB15}" type="presParOf" srcId="{F962B58B-4AF9-4857-8B9C-22B8C68293FC}" destId="{6D7FB166-89A6-489D-9981-DA75B4DAAFD1}" srcOrd="5" destOrd="0" presId="urn:microsoft.com/office/officeart/2005/8/layout/vProcess5"/>
    <dgm:cxn modelId="{6489FD56-5AEA-49DD-A2BF-E3133EC4A1B4}" type="presParOf" srcId="{F962B58B-4AF9-4857-8B9C-22B8C68293FC}" destId="{8B3E4B2D-7622-4A02-8323-64E81107090A}" srcOrd="6" destOrd="0" presId="urn:microsoft.com/office/officeart/2005/8/layout/vProcess5"/>
    <dgm:cxn modelId="{B4A24A3B-6C5C-4EAC-8395-EBCE9A7A0EFF}" type="presParOf" srcId="{F962B58B-4AF9-4857-8B9C-22B8C68293FC}" destId="{4C95ABB3-A7D2-43ED-8F2E-B3A9B70835DF}" srcOrd="7" destOrd="0" presId="urn:microsoft.com/office/officeart/2005/8/layout/vProcess5"/>
    <dgm:cxn modelId="{3373C19A-6BFF-4DEA-971E-8C4318E46F8C}" type="presParOf" srcId="{F962B58B-4AF9-4857-8B9C-22B8C68293FC}" destId="{981EF263-1D5E-435B-AEEB-19A0B8C1D1F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646118-6844-4DCF-B789-250565B54F3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94E31B-6DB4-42F7-AAEA-CEEDD6219D31}">
      <dgm:prSet/>
      <dgm:spPr/>
      <dgm:t>
        <a:bodyPr/>
        <a:lstStyle/>
        <a:p>
          <a:r>
            <a:rPr lang="en-US"/>
            <a:t>Tạo sản phẩm mới trong CMS</a:t>
          </a:r>
        </a:p>
      </dgm:t>
    </dgm:pt>
    <dgm:pt modelId="{A3B1D315-966C-47D4-83CD-CF24E25E9237}" type="parTrans" cxnId="{9FFC7EE1-0927-4E12-BE90-8FF4289C932A}">
      <dgm:prSet/>
      <dgm:spPr/>
      <dgm:t>
        <a:bodyPr/>
        <a:lstStyle/>
        <a:p>
          <a:endParaRPr lang="en-US"/>
        </a:p>
      </dgm:t>
    </dgm:pt>
    <dgm:pt modelId="{F817F2D1-9D95-4505-872A-E500B47F5186}" type="sibTrans" cxnId="{9FFC7EE1-0927-4E12-BE90-8FF4289C932A}">
      <dgm:prSet/>
      <dgm:spPr/>
      <dgm:t>
        <a:bodyPr/>
        <a:lstStyle/>
        <a:p>
          <a:endParaRPr lang="en-US"/>
        </a:p>
      </dgm:t>
    </dgm:pt>
    <dgm:pt modelId="{760978AF-B8B9-454B-8614-F042EBE2BB18}">
      <dgm:prSet/>
      <dgm:spPr/>
      <dgm:t>
        <a:bodyPr/>
        <a:lstStyle/>
        <a:p>
          <a:r>
            <a:rPr lang="en-US"/>
            <a:t>Dán nội dung, upload ảnh, upload file PDF</a:t>
          </a:r>
        </a:p>
      </dgm:t>
    </dgm:pt>
    <dgm:pt modelId="{9D1A83D8-1A6B-4508-A3D1-8F88DD733DD6}" type="parTrans" cxnId="{02656D26-9143-44C5-958F-5036E8DE7C67}">
      <dgm:prSet/>
      <dgm:spPr/>
      <dgm:t>
        <a:bodyPr/>
        <a:lstStyle/>
        <a:p>
          <a:endParaRPr lang="en-US"/>
        </a:p>
      </dgm:t>
    </dgm:pt>
    <dgm:pt modelId="{FA4DDC9A-F20C-4B18-90C4-D05C604022D1}" type="sibTrans" cxnId="{02656D26-9143-44C5-958F-5036E8DE7C67}">
      <dgm:prSet/>
      <dgm:spPr/>
      <dgm:t>
        <a:bodyPr/>
        <a:lstStyle/>
        <a:p>
          <a:endParaRPr lang="en-US"/>
        </a:p>
      </dgm:t>
    </dgm:pt>
    <dgm:pt modelId="{74631514-6E6C-4EE8-91B3-7E6712B0DB15}">
      <dgm:prSet/>
      <dgm:spPr/>
      <dgm:t>
        <a:bodyPr/>
        <a:lstStyle/>
        <a:p>
          <a:r>
            <a:rPr lang="en-US"/>
            <a:t>Điền URL, title, meta description, tags</a:t>
          </a:r>
        </a:p>
      </dgm:t>
    </dgm:pt>
    <dgm:pt modelId="{C86EE37A-9070-4D14-8081-111F48FA34BF}" type="parTrans" cxnId="{FF040E6F-6A07-45E7-BBDA-AEDE309282AC}">
      <dgm:prSet/>
      <dgm:spPr/>
      <dgm:t>
        <a:bodyPr/>
        <a:lstStyle/>
        <a:p>
          <a:endParaRPr lang="en-US"/>
        </a:p>
      </dgm:t>
    </dgm:pt>
    <dgm:pt modelId="{3376E354-9F4E-49F1-A9F1-CEE363A7080E}" type="sibTrans" cxnId="{FF040E6F-6A07-45E7-BBDA-AEDE309282AC}">
      <dgm:prSet/>
      <dgm:spPr/>
      <dgm:t>
        <a:bodyPr/>
        <a:lstStyle/>
        <a:p>
          <a:endParaRPr lang="en-US"/>
        </a:p>
      </dgm:t>
    </dgm:pt>
    <dgm:pt modelId="{5D6D0032-5274-4947-90D4-5CB5258AE63B}" type="pres">
      <dgm:prSet presAssocID="{BC646118-6844-4DCF-B789-250565B54F37}" presName="outerComposite" presStyleCnt="0">
        <dgm:presLayoutVars>
          <dgm:chMax val="5"/>
          <dgm:dir/>
          <dgm:resizeHandles val="exact"/>
        </dgm:presLayoutVars>
      </dgm:prSet>
      <dgm:spPr/>
    </dgm:pt>
    <dgm:pt modelId="{C99E05DC-2FB8-4BCB-8AB8-97C2F704B42C}" type="pres">
      <dgm:prSet presAssocID="{BC646118-6844-4DCF-B789-250565B54F37}" presName="dummyMaxCanvas" presStyleCnt="0">
        <dgm:presLayoutVars/>
      </dgm:prSet>
      <dgm:spPr/>
    </dgm:pt>
    <dgm:pt modelId="{1CA3C935-AC4A-4658-94B7-CE682CC554AD}" type="pres">
      <dgm:prSet presAssocID="{BC646118-6844-4DCF-B789-250565B54F37}" presName="ThreeNodes_1" presStyleLbl="node1" presStyleIdx="0" presStyleCnt="3">
        <dgm:presLayoutVars>
          <dgm:bulletEnabled val="1"/>
        </dgm:presLayoutVars>
      </dgm:prSet>
      <dgm:spPr/>
    </dgm:pt>
    <dgm:pt modelId="{84D3F0BE-A336-493C-B268-B659498B757E}" type="pres">
      <dgm:prSet presAssocID="{BC646118-6844-4DCF-B789-250565B54F37}" presName="ThreeNodes_2" presStyleLbl="node1" presStyleIdx="1" presStyleCnt="3">
        <dgm:presLayoutVars>
          <dgm:bulletEnabled val="1"/>
        </dgm:presLayoutVars>
      </dgm:prSet>
      <dgm:spPr/>
    </dgm:pt>
    <dgm:pt modelId="{E7F04497-B796-43F6-BB64-D7DE07EC7A97}" type="pres">
      <dgm:prSet presAssocID="{BC646118-6844-4DCF-B789-250565B54F37}" presName="ThreeNodes_3" presStyleLbl="node1" presStyleIdx="2" presStyleCnt="3">
        <dgm:presLayoutVars>
          <dgm:bulletEnabled val="1"/>
        </dgm:presLayoutVars>
      </dgm:prSet>
      <dgm:spPr/>
    </dgm:pt>
    <dgm:pt modelId="{04340504-AD5D-4CDA-8B74-2C865A319447}" type="pres">
      <dgm:prSet presAssocID="{BC646118-6844-4DCF-B789-250565B54F37}" presName="ThreeConn_1-2" presStyleLbl="fgAccFollowNode1" presStyleIdx="0" presStyleCnt="2">
        <dgm:presLayoutVars>
          <dgm:bulletEnabled val="1"/>
        </dgm:presLayoutVars>
      </dgm:prSet>
      <dgm:spPr/>
    </dgm:pt>
    <dgm:pt modelId="{2F2FFB8C-572A-48DA-B301-9C0E48B77D71}" type="pres">
      <dgm:prSet presAssocID="{BC646118-6844-4DCF-B789-250565B54F37}" presName="ThreeConn_2-3" presStyleLbl="fgAccFollowNode1" presStyleIdx="1" presStyleCnt="2">
        <dgm:presLayoutVars>
          <dgm:bulletEnabled val="1"/>
        </dgm:presLayoutVars>
      </dgm:prSet>
      <dgm:spPr/>
    </dgm:pt>
    <dgm:pt modelId="{A9A5E119-7919-4FDE-9D01-4A7CB58D8A07}" type="pres">
      <dgm:prSet presAssocID="{BC646118-6844-4DCF-B789-250565B54F37}" presName="ThreeNodes_1_text" presStyleLbl="node1" presStyleIdx="2" presStyleCnt="3">
        <dgm:presLayoutVars>
          <dgm:bulletEnabled val="1"/>
        </dgm:presLayoutVars>
      </dgm:prSet>
      <dgm:spPr/>
    </dgm:pt>
    <dgm:pt modelId="{7D3CE8BC-6F10-498A-A9E1-CDC7911F6031}" type="pres">
      <dgm:prSet presAssocID="{BC646118-6844-4DCF-B789-250565B54F37}" presName="ThreeNodes_2_text" presStyleLbl="node1" presStyleIdx="2" presStyleCnt="3">
        <dgm:presLayoutVars>
          <dgm:bulletEnabled val="1"/>
        </dgm:presLayoutVars>
      </dgm:prSet>
      <dgm:spPr/>
    </dgm:pt>
    <dgm:pt modelId="{DCD674F7-4E2A-44A5-A886-A42A5027A605}" type="pres">
      <dgm:prSet presAssocID="{BC646118-6844-4DCF-B789-250565B54F3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656D26-9143-44C5-958F-5036E8DE7C67}" srcId="{BC646118-6844-4DCF-B789-250565B54F37}" destId="{760978AF-B8B9-454B-8614-F042EBE2BB18}" srcOrd="1" destOrd="0" parTransId="{9D1A83D8-1A6B-4508-A3D1-8F88DD733DD6}" sibTransId="{FA4DDC9A-F20C-4B18-90C4-D05C604022D1}"/>
    <dgm:cxn modelId="{FF040E6F-6A07-45E7-BBDA-AEDE309282AC}" srcId="{BC646118-6844-4DCF-B789-250565B54F37}" destId="{74631514-6E6C-4EE8-91B3-7E6712B0DB15}" srcOrd="2" destOrd="0" parTransId="{C86EE37A-9070-4D14-8081-111F48FA34BF}" sibTransId="{3376E354-9F4E-49F1-A9F1-CEE363A7080E}"/>
    <dgm:cxn modelId="{A957EB5A-FCA3-4F96-A318-E0A329F2C3E4}" type="presOf" srcId="{7294E31B-6DB4-42F7-AAEA-CEEDD6219D31}" destId="{1CA3C935-AC4A-4658-94B7-CE682CC554AD}" srcOrd="0" destOrd="0" presId="urn:microsoft.com/office/officeart/2005/8/layout/vProcess5"/>
    <dgm:cxn modelId="{2B42CC7B-5BBA-4618-AD66-E032A0168574}" type="presOf" srcId="{FA4DDC9A-F20C-4B18-90C4-D05C604022D1}" destId="{2F2FFB8C-572A-48DA-B301-9C0E48B77D71}" srcOrd="0" destOrd="0" presId="urn:microsoft.com/office/officeart/2005/8/layout/vProcess5"/>
    <dgm:cxn modelId="{0CC89486-16C5-4079-A14B-210A454516EB}" type="presOf" srcId="{F817F2D1-9D95-4505-872A-E500B47F5186}" destId="{04340504-AD5D-4CDA-8B74-2C865A319447}" srcOrd="0" destOrd="0" presId="urn:microsoft.com/office/officeart/2005/8/layout/vProcess5"/>
    <dgm:cxn modelId="{77E32197-FEB6-43F1-AB67-D9CAF9B09637}" type="presOf" srcId="{74631514-6E6C-4EE8-91B3-7E6712B0DB15}" destId="{E7F04497-B796-43F6-BB64-D7DE07EC7A97}" srcOrd="0" destOrd="0" presId="urn:microsoft.com/office/officeart/2005/8/layout/vProcess5"/>
    <dgm:cxn modelId="{5499BAAA-E07E-4FF9-A7D3-C20044514049}" type="presOf" srcId="{7294E31B-6DB4-42F7-AAEA-CEEDD6219D31}" destId="{A9A5E119-7919-4FDE-9D01-4A7CB58D8A07}" srcOrd="1" destOrd="0" presId="urn:microsoft.com/office/officeart/2005/8/layout/vProcess5"/>
    <dgm:cxn modelId="{B0C2C6AC-2A04-47A3-8A0C-CF91F49F132B}" type="presOf" srcId="{760978AF-B8B9-454B-8614-F042EBE2BB18}" destId="{84D3F0BE-A336-493C-B268-B659498B757E}" srcOrd="0" destOrd="0" presId="urn:microsoft.com/office/officeart/2005/8/layout/vProcess5"/>
    <dgm:cxn modelId="{379A81BF-E532-4429-A1BD-ED435D577433}" type="presOf" srcId="{760978AF-B8B9-454B-8614-F042EBE2BB18}" destId="{7D3CE8BC-6F10-498A-A9E1-CDC7911F6031}" srcOrd="1" destOrd="0" presId="urn:microsoft.com/office/officeart/2005/8/layout/vProcess5"/>
    <dgm:cxn modelId="{36D42DDF-F506-4F39-9702-37088DA8F3D5}" type="presOf" srcId="{74631514-6E6C-4EE8-91B3-7E6712B0DB15}" destId="{DCD674F7-4E2A-44A5-A886-A42A5027A605}" srcOrd="1" destOrd="0" presId="urn:microsoft.com/office/officeart/2005/8/layout/vProcess5"/>
    <dgm:cxn modelId="{804E68DF-6109-419F-8D32-3D4121522031}" type="presOf" srcId="{BC646118-6844-4DCF-B789-250565B54F37}" destId="{5D6D0032-5274-4947-90D4-5CB5258AE63B}" srcOrd="0" destOrd="0" presId="urn:microsoft.com/office/officeart/2005/8/layout/vProcess5"/>
    <dgm:cxn modelId="{9FFC7EE1-0927-4E12-BE90-8FF4289C932A}" srcId="{BC646118-6844-4DCF-B789-250565B54F37}" destId="{7294E31B-6DB4-42F7-AAEA-CEEDD6219D31}" srcOrd="0" destOrd="0" parTransId="{A3B1D315-966C-47D4-83CD-CF24E25E9237}" sibTransId="{F817F2D1-9D95-4505-872A-E500B47F5186}"/>
    <dgm:cxn modelId="{A5D4A9E4-6165-498F-9C96-4B6F34B046B9}" type="presParOf" srcId="{5D6D0032-5274-4947-90D4-5CB5258AE63B}" destId="{C99E05DC-2FB8-4BCB-8AB8-97C2F704B42C}" srcOrd="0" destOrd="0" presId="urn:microsoft.com/office/officeart/2005/8/layout/vProcess5"/>
    <dgm:cxn modelId="{D465BE0F-B921-4272-8865-26901E4F7CED}" type="presParOf" srcId="{5D6D0032-5274-4947-90D4-5CB5258AE63B}" destId="{1CA3C935-AC4A-4658-94B7-CE682CC554AD}" srcOrd="1" destOrd="0" presId="urn:microsoft.com/office/officeart/2005/8/layout/vProcess5"/>
    <dgm:cxn modelId="{2150306B-B800-4D43-8006-D8CE7218F926}" type="presParOf" srcId="{5D6D0032-5274-4947-90D4-5CB5258AE63B}" destId="{84D3F0BE-A336-493C-B268-B659498B757E}" srcOrd="2" destOrd="0" presId="urn:microsoft.com/office/officeart/2005/8/layout/vProcess5"/>
    <dgm:cxn modelId="{932A4802-2435-406D-842B-EAED16FBB7FE}" type="presParOf" srcId="{5D6D0032-5274-4947-90D4-5CB5258AE63B}" destId="{E7F04497-B796-43F6-BB64-D7DE07EC7A97}" srcOrd="3" destOrd="0" presId="urn:microsoft.com/office/officeart/2005/8/layout/vProcess5"/>
    <dgm:cxn modelId="{EC030B62-CA14-417A-B075-020D216E8168}" type="presParOf" srcId="{5D6D0032-5274-4947-90D4-5CB5258AE63B}" destId="{04340504-AD5D-4CDA-8B74-2C865A319447}" srcOrd="4" destOrd="0" presId="urn:microsoft.com/office/officeart/2005/8/layout/vProcess5"/>
    <dgm:cxn modelId="{13953349-67AB-450F-865E-71AE688A7E5D}" type="presParOf" srcId="{5D6D0032-5274-4947-90D4-5CB5258AE63B}" destId="{2F2FFB8C-572A-48DA-B301-9C0E48B77D71}" srcOrd="5" destOrd="0" presId="urn:microsoft.com/office/officeart/2005/8/layout/vProcess5"/>
    <dgm:cxn modelId="{0C21A770-3CA7-4113-91DA-75C542B8A17D}" type="presParOf" srcId="{5D6D0032-5274-4947-90D4-5CB5258AE63B}" destId="{A9A5E119-7919-4FDE-9D01-4A7CB58D8A07}" srcOrd="6" destOrd="0" presId="urn:microsoft.com/office/officeart/2005/8/layout/vProcess5"/>
    <dgm:cxn modelId="{96D41E40-142A-4A06-B0F6-9E5BF67C27E7}" type="presParOf" srcId="{5D6D0032-5274-4947-90D4-5CB5258AE63B}" destId="{7D3CE8BC-6F10-498A-A9E1-CDC7911F6031}" srcOrd="7" destOrd="0" presId="urn:microsoft.com/office/officeart/2005/8/layout/vProcess5"/>
    <dgm:cxn modelId="{08A481B9-A57D-4ADC-875E-91AD820DD5A0}" type="presParOf" srcId="{5D6D0032-5274-4947-90D4-5CB5258AE63B}" destId="{DCD674F7-4E2A-44A5-A886-A42A5027A60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444E91-3734-4740-9DD7-8EC82F8958C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90945A0-6087-4912-A600-E06AAE46ED2E}">
      <dgm:prSet/>
      <dgm:spPr/>
      <dgm:t>
        <a:bodyPr/>
        <a:lstStyle/>
        <a:p>
          <a:r>
            <a:rPr lang="en-US"/>
            <a:t>Preview hiển thị desktop/mobile</a:t>
          </a:r>
        </a:p>
      </dgm:t>
    </dgm:pt>
    <dgm:pt modelId="{7BA0D2F9-891B-4487-8EC8-FFCB2B559BD8}" type="parTrans" cxnId="{1F32F3D4-4E01-444B-B7C0-D9023156C610}">
      <dgm:prSet/>
      <dgm:spPr/>
      <dgm:t>
        <a:bodyPr/>
        <a:lstStyle/>
        <a:p>
          <a:endParaRPr lang="en-US"/>
        </a:p>
      </dgm:t>
    </dgm:pt>
    <dgm:pt modelId="{698FC8BA-1AEF-4749-898E-288861B9D670}" type="sibTrans" cxnId="{1F32F3D4-4E01-444B-B7C0-D9023156C610}">
      <dgm:prSet/>
      <dgm:spPr/>
      <dgm:t>
        <a:bodyPr/>
        <a:lstStyle/>
        <a:p>
          <a:endParaRPr lang="en-US"/>
        </a:p>
      </dgm:t>
    </dgm:pt>
    <dgm:pt modelId="{4781298A-48EA-4BB9-836A-9CC77945E728}">
      <dgm:prSet/>
      <dgm:spPr/>
      <dgm:t>
        <a:bodyPr/>
        <a:lstStyle/>
        <a:p>
          <a:r>
            <a:rPr lang="en-US"/>
            <a:t>Kiểm tra lỗi chính tả/format, link file, SEO</a:t>
          </a:r>
        </a:p>
      </dgm:t>
    </dgm:pt>
    <dgm:pt modelId="{74FC6346-3691-445E-BDD8-E328FCC41017}" type="parTrans" cxnId="{9101EF68-D9EA-4F82-9EB9-65C271B3C137}">
      <dgm:prSet/>
      <dgm:spPr/>
      <dgm:t>
        <a:bodyPr/>
        <a:lstStyle/>
        <a:p>
          <a:endParaRPr lang="en-US"/>
        </a:p>
      </dgm:t>
    </dgm:pt>
    <dgm:pt modelId="{D1EDECAD-7914-41B6-8DC8-00A1205DAF3A}" type="sibTrans" cxnId="{9101EF68-D9EA-4F82-9EB9-65C271B3C137}">
      <dgm:prSet/>
      <dgm:spPr/>
      <dgm:t>
        <a:bodyPr/>
        <a:lstStyle/>
        <a:p>
          <a:endParaRPr lang="en-US"/>
        </a:p>
      </dgm:t>
    </dgm:pt>
    <dgm:pt modelId="{FF8A559C-3A81-4993-8651-FA1C01C6BA24}">
      <dgm:prSet/>
      <dgm:spPr/>
      <dgm:t>
        <a:bodyPr/>
        <a:lstStyle/>
        <a:p>
          <a:r>
            <a:rPr lang="en-US"/>
            <a:t>Publish và lưu checklist hoàn tất</a:t>
          </a:r>
        </a:p>
      </dgm:t>
    </dgm:pt>
    <dgm:pt modelId="{B98C9DC2-0ADB-40BB-B63A-D6A2CB1B798A}" type="parTrans" cxnId="{2FD67E06-7396-464C-9B60-AED9BFB30EF9}">
      <dgm:prSet/>
      <dgm:spPr/>
      <dgm:t>
        <a:bodyPr/>
        <a:lstStyle/>
        <a:p>
          <a:endParaRPr lang="en-US"/>
        </a:p>
      </dgm:t>
    </dgm:pt>
    <dgm:pt modelId="{FE4D8FB4-648B-4025-A6F2-C93EFDC42C99}" type="sibTrans" cxnId="{2FD67E06-7396-464C-9B60-AED9BFB30EF9}">
      <dgm:prSet/>
      <dgm:spPr/>
      <dgm:t>
        <a:bodyPr/>
        <a:lstStyle/>
        <a:p>
          <a:endParaRPr lang="en-US"/>
        </a:p>
      </dgm:t>
    </dgm:pt>
    <dgm:pt modelId="{B06358AB-04A5-4987-8C7B-F882FFE20414}" type="pres">
      <dgm:prSet presAssocID="{90444E91-3734-4740-9DD7-8EC82F8958C5}" presName="root" presStyleCnt="0">
        <dgm:presLayoutVars>
          <dgm:dir/>
          <dgm:resizeHandles val="exact"/>
        </dgm:presLayoutVars>
      </dgm:prSet>
      <dgm:spPr/>
    </dgm:pt>
    <dgm:pt modelId="{B7090E01-50FB-4ED8-8E87-9E702D4B41C8}" type="pres">
      <dgm:prSet presAssocID="{A90945A0-6087-4912-A600-E06AAE46ED2E}" presName="compNode" presStyleCnt="0"/>
      <dgm:spPr/>
    </dgm:pt>
    <dgm:pt modelId="{39BD0C6B-3F0F-4E6F-9238-7462936D5EE1}" type="pres">
      <dgm:prSet presAssocID="{A90945A0-6087-4912-A600-E06AAE46ED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0174094-8311-440D-8044-A8575ECD22D6}" type="pres">
      <dgm:prSet presAssocID="{A90945A0-6087-4912-A600-E06AAE46ED2E}" presName="spaceRect" presStyleCnt="0"/>
      <dgm:spPr/>
    </dgm:pt>
    <dgm:pt modelId="{32814192-2AFC-42DD-BAB0-278A2E6191E3}" type="pres">
      <dgm:prSet presAssocID="{A90945A0-6087-4912-A600-E06AAE46ED2E}" presName="textRect" presStyleLbl="revTx" presStyleIdx="0" presStyleCnt="3">
        <dgm:presLayoutVars>
          <dgm:chMax val="1"/>
          <dgm:chPref val="1"/>
        </dgm:presLayoutVars>
      </dgm:prSet>
      <dgm:spPr/>
    </dgm:pt>
    <dgm:pt modelId="{CBA181A6-2EED-456F-96F1-1776906466D8}" type="pres">
      <dgm:prSet presAssocID="{698FC8BA-1AEF-4749-898E-288861B9D670}" presName="sibTrans" presStyleCnt="0"/>
      <dgm:spPr/>
    </dgm:pt>
    <dgm:pt modelId="{1FF04992-ED47-4772-AB43-26CC5BCAD948}" type="pres">
      <dgm:prSet presAssocID="{4781298A-48EA-4BB9-836A-9CC77945E728}" presName="compNode" presStyleCnt="0"/>
      <dgm:spPr/>
    </dgm:pt>
    <dgm:pt modelId="{1AFE9002-4527-4850-94DD-0041E0CFD60A}" type="pres">
      <dgm:prSet presAssocID="{4781298A-48EA-4BB9-836A-9CC77945E7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8E5852B-3A9C-4FE3-819B-8C28A4A6AA4F}" type="pres">
      <dgm:prSet presAssocID="{4781298A-48EA-4BB9-836A-9CC77945E728}" presName="spaceRect" presStyleCnt="0"/>
      <dgm:spPr/>
    </dgm:pt>
    <dgm:pt modelId="{0F578924-FEDE-4212-AA8D-EB670E268E59}" type="pres">
      <dgm:prSet presAssocID="{4781298A-48EA-4BB9-836A-9CC77945E728}" presName="textRect" presStyleLbl="revTx" presStyleIdx="1" presStyleCnt="3">
        <dgm:presLayoutVars>
          <dgm:chMax val="1"/>
          <dgm:chPref val="1"/>
        </dgm:presLayoutVars>
      </dgm:prSet>
      <dgm:spPr/>
    </dgm:pt>
    <dgm:pt modelId="{BC29BAA7-FD48-44A7-BC2A-C687FC369259}" type="pres">
      <dgm:prSet presAssocID="{D1EDECAD-7914-41B6-8DC8-00A1205DAF3A}" presName="sibTrans" presStyleCnt="0"/>
      <dgm:spPr/>
    </dgm:pt>
    <dgm:pt modelId="{6BE213E2-3606-4CF1-8EA9-DF6613843696}" type="pres">
      <dgm:prSet presAssocID="{FF8A559C-3A81-4993-8651-FA1C01C6BA24}" presName="compNode" presStyleCnt="0"/>
      <dgm:spPr/>
    </dgm:pt>
    <dgm:pt modelId="{B76A555B-653F-456C-B67A-5A2287CCCFB2}" type="pres">
      <dgm:prSet presAssocID="{FF8A559C-3A81-4993-8651-FA1C01C6BA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A5EC56F-4B5C-4E79-BD61-867B53FC6942}" type="pres">
      <dgm:prSet presAssocID="{FF8A559C-3A81-4993-8651-FA1C01C6BA24}" presName="spaceRect" presStyleCnt="0"/>
      <dgm:spPr/>
    </dgm:pt>
    <dgm:pt modelId="{73EE0F1E-8E4B-4822-8DE3-647D656336EB}" type="pres">
      <dgm:prSet presAssocID="{FF8A559C-3A81-4993-8651-FA1C01C6BA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D67E06-7396-464C-9B60-AED9BFB30EF9}" srcId="{90444E91-3734-4740-9DD7-8EC82F8958C5}" destId="{FF8A559C-3A81-4993-8651-FA1C01C6BA24}" srcOrd="2" destOrd="0" parTransId="{B98C9DC2-0ADB-40BB-B63A-D6A2CB1B798A}" sibTransId="{FE4D8FB4-648B-4025-A6F2-C93EFDC42C99}"/>
    <dgm:cxn modelId="{E669D31F-B9C4-450D-913F-FEE5B10A674F}" type="presOf" srcId="{90444E91-3734-4740-9DD7-8EC82F8958C5}" destId="{B06358AB-04A5-4987-8C7B-F882FFE20414}" srcOrd="0" destOrd="0" presId="urn:microsoft.com/office/officeart/2018/2/layout/IconLabelList"/>
    <dgm:cxn modelId="{EB198D3B-8A2E-4800-A285-7667DE00CE9A}" type="presOf" srcId="{FF8A559C-3A81-4993-8651-FA1C01C6BA24}" destId="{73EE0F1E-8E4B-4822-8DE3-647D656336EB}" srcOrd="0" destOrd="0" presId="urn:microsoft.com/office/officeart/2018/2/layout/IconLabelList"/>
    <dgm:cxn modelId="{9101EF68-D9EA-4F82-9EB9-65C271B3C137}" srcId="{90444E91-3734-4740-9DD7-8EC82F8958C5}" destId="{4781298A-48EA-4BB9-836A-9CC77945E728}" srcOrd="1" destOrd="0" parTransId="{74FC6346-3691-445E-BDD8-E328FCC41017}" sibTransId="{D1EDECAD-7914-41B6-8DC8-00A1205DAF3A}"/>
    <dgm:cxn modelId="{86E90996-5632-430C-BDAB-14F3A0797435}" type="presOf" srcId="{4781298A-48EA-4BB9-836A-9CC77945E728}" destId="{0F578924-FEDE-4212-AA8D-EB670E268E59}" srcOrd="0" destOrd="0" presId="urn:microsoft.com/office/officeart/2018/2/layout/IconLabelList"/>
    <dgm:cxn modelId="{D507D3D3-458F-4C02-B6CF-DFBAF0853A83}" type="presOf" srcId="{A90945A0-6087-4912-A600-E06AAE46ED2E}" destId="{32814192-2AFC-42DD-BAB0-278A2E6191E3}" srcOrd="0" destOrd="0" presId="urn:microsoft.com/office/officeart/2018/2/layout/IconLabelList"/>
    <dgm:cxn modelId="{1F32F3D4-4E01-444B-B7C0-D9023156C610}" srcId="{90444E91-3734-4740-9DD7-8EC82F8958C5}" destId="{A90945A0-6087-4912-A600-E06AAE46ED2E}" srcOrd="0" destOrd="0" parTransId="{7BA0D2F9-891B-4487-8EC8-FFCB2B559BD8}" sibTransId="{698FC8BA-1AEF-4749-898E-288861B9D670}"/>
    <dgm:cxn modelId="{259A08F6-2325-4EE6-ACEB-75C8F9A8BF7B}" type="presParOf" srcId="{B06358AB-04A5-4987-8C7B-F882FFE20414}" destId="{B7090E01-50FB-4ED8-8E87-9E702D4B41C8}" srcOrd="0" destOrd="0" presId="urn:microsoft.com/office/officeart/2018/2/layout/IconLabelList"/>
    <dgm:cxn modelId="{32D9556C-FB51-4FBC-8518-D0F5A9BA1F73}" type="presParOf" srcId="{B7090E01-50FB-4ED8-8E87-9E702D4B41C8}" destId="{39BD0C6B-3F0F-4E6F-9238-7462936D5EE1}" srcOrd="0" destOrd="0" presId="urn:microsoft.com/office/officeart/2018/2/layout/IconLabelList"/>
    <dgm:cxn modelId="{8E405B9D-1AC4-4251-91B4-BEFE5FAB7414}" type="presParOf" srcId="{B7090E01-50FB-4ED8-8E87-9E702D4B41C8}" destId="{80174094-8311-440D-8044-A8575ECD22D6}" srcOrd="1" destOrd="0" presId="urn:microsoft.com/office/officeart/2018/2/layout/IconLabelList"/>
    <dgm:cxn modelId="{12577BFB-74F5-427E-BE1A-A802FC7D9D7B}" type="presParOf" srcId="{B7090E01-50FB-4ED8-8E87-9E702D4B41C8}" destId="{32814192-2AFC-42DD-BAB0-278A2E6191E3}" srcOrd="2" destOrd="0" presId="urn:microsoft.com/office/officeart/2018/2/layout/IconLabelList"/>
    <dgm:cxn modelId="{A7D33D19-ADF6-41F1-AC79-3ED68EAA4A8D}" type="presParOf" srcId="{B06358AB-04A5-4987-8C7B-F882FFE20414}" destId="{CBA181A6-2EED-456F-96F1-1776906466D8}" srcOrd="1" destOrd="0" presId="urn:microsoft.com/office/officeart/2018/2/layout/IconLabelList"/>
    <dgm:cxn modelId="{2C07041A-66EF-4F65-853A-698FFF78F841}" type="presParOf" srcId="{B06358AB-04A5-4987-8C7B-F882FFE20414}" destId="{1FF04992-ED47-4772-AB43-26CC5BCAD948}" srcOrd="2" destOrd="0" presId="urn:microsoft.com/office/officeart/2018/2/layout/IconLabelList"/>
    <dgm:cxn modelId="{884FF852-94F4-4729-AA5E-34D1E48A9015}" type="presParOf" srcId="{1FF04992-ED47-4772-AB43-26CC5BCAD948}" destId="{1AFE9002-4527-4850-94DD-0041E0CFD60A}" srcOrd="0" destOrd="0" presId="urn:microsoft.com/office/officeart/2018/2/layout/IconLabelList"/>
    <dgm:cxn modelId="{792261A2-DBA6-44FD-B156-6295D7AB101A}" type="presParOf" srcId="{1FF04992-ED47-4772-AB43-26CC5BCAD948}" destId="{48E5852B-3A9C-4FE3-819B-8C28A4A6AA4F}" srcOrd="1" destOrd="0" presId="urn:microsoft.com/office/officeart/2018/2/layout/IconLabelList"/>
    <dgm:cxn modelId="{0ACB774B-EE24-4A5C-8BA0-623B90DAC551}" type="presParOf" srcId="{1FF04992-ED47-4772-AB43-26CC5BCAD948}" destId="{0F578924-FEDE-4212-AA8D-EB670E268E59}" srcOrd="2" destOrd="0" presId="urn:microsoft.com/office/officeart/2018/2/layout/IconLabelList"/>
    <dgm:cxn modelId="{17D884CC-B1AD-4CEE-B48E-A15EF475D08E}" type="presParOf" srcId="{B06358AB-04A5-4987-8C7B-F882FFE20414}" destId="{BC29BAA7-FD48-44A7-BC2A-C687FC369259}" srcOrd="3" destOrd="0" presId="urn:microsoft.com/office/officeart/2018/2/layout/IconLabelList"/>
    <dgm:cxn modelId="{683E1BCD-E1F2-44D5-B28A-59BF85E715A5}" type="presParOf" srcId="{B06358AB-04A5-4987-8C7B-F882FFE20414}" destId="{6BE213E2-3606-4CF1-8EA9-DF6613843696}" srcOrd="4" destOrd="0" presId="urn:microsoft.com/office/officeart/2018/2/layout/IconLabelList"/>
    <dgm:cxn modelId="{0EB0D03C-ADD9-46E2-AB4D-03E71702775F}" type="presParOf" srcId="{6BE213E2-3606-4CF1-8EA9-DF6613843696}" destId="{B76A555B-653F-456C-B67A-5A2287CCCFB2}" srcOrd="0" destOrd="0" presId="urn:microsoft.com/office/officeart/2018/2/layout/IconLabelList"/>
    <dgm:cxn modelId="{E3317C6E-7680-4E76-BC52-06C93AFA9447}" type="presParOf" srcId="{6BE213E2-3606-4CF1-8EA9-DF6613843696}" destId="{DA5EC56F-4B5C-4E79-BD61-867B53FC6942}" srcOrd="1" destOrd="0" presId="urn:microsoft.com/office/officeart/2018/2/layout/IconLabelList"/>
    <dgm:cxn modelId="{CDBF10FA-3F43-4165-BF5C-4931516246E9}" type="presParOf" srcId="{6BE213E2-3606-4CF1-8EA9-DF6613843696}" destId="{73EE0F1E-8E4B-4822-8DE3-647D656336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7A9DA-5E0E-4DCF-8B42-31886747D965}">
      <dsp:nvSpPr>
        <dsp:cNvPr id="0" name=""/>
        <dsp:cNvSpPr/>
      </dsp:nvSpPr>
      <dsp:spPr>
        <a:xfrm>
          <a:off x="0" y="94089"/>
          <a:ext cx="2545665" cy="15500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Nhận file PDF catalog/technical từ nhà cung cấp</a:t>
          </a:r>
        </a:p>
      </dsp:txBody>
      <dsp:txXfrm>
        <a:off x="75666" y="169755"/>
        <a:ext cx="2394333" cy="1398698"/>
      </dsp:txXfrm>
    </dsp:sp>
    <dsp:sp modelId="{93BC304E-D102-4F17-BB77-F8270EB50E54}">
      <dsp:nvSpPr>
        <dsp:cNvPr id="0" name=""/>
        <dsp:cNvSpPr/>
      </dsp:nvSpPr>
      <dsp:spPr>
        <a:xfrm>
          <a:off x="0" y="1707480"/>
          <a:ext cx="2545665" cy="1550030"/>
        </a:xfrm>
        <a:prstGeom prst="roundRect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Kiểm tra đầy đủ kích thước, vật liệu, dung sai, mã sản phẩm</a:t>
          </a:r>
        </a:p>
      </dsp:txBody>
      <dsp:txXfrm>
        <a:off x="75666" y="1783146"/>
        <a:ext cx="2394333" cy="1398698"/>
      </dsp:txXfrm>
    </dsp:sp>
    <dsp:sp modelId="{5ED338AD-AD8E-4646-B4AA-5A0774E93244}">
      <dsp:nvSpPr>
        <dsp:cNvPr id="0" name=""/>
        <dsp:cNvSpPr/>
      </dsp:nvSpPr>
      <dsp:spPr>
        <a:xfrm>
          <a:off x="0" y="3320870"/>
          <a:ext cx="2545665" cy="1550030"/>
        </a:xfrm>
        <a:prstGeom prst="round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Tạo thư mục sản phẩm: /[Danh mục]/[mã-sản-phẩm]/</a:t>
          </a:r>
        </a:p>
      </dsp:txBody>
      <dsp:txXfrm>
        <a:off x="75666" y="3396536"/>
        <a:ext cx="2394333" cy="1398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AE3EC-ED88-4A23-ACF0-1C07693EB85B}">
      <dsp:nvSpPr>
        <dsp:cNvPr id="0" name=""/>
        <dsp:cNvSpPr/>
      </dsp:nvSpPr>
      <dsp:spPr>
        <a:xfrm>
          <a:off x="0" y="604465"/>
          <a:ext cx="2545665" cy="12097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Đọc thông số từ PDF → lập file info.txt</a:t>
          </a:r>
        </a:p>
      </dsp:txBody>
      <dsp:txXfrm>
        <a:off x="59057" y="663522"/>
        <a:ext cx="2427551" cy="1091666"/>
      </dsp:txXfrm>
    </dsp:sp>
    <dsp:sp modelId="{FF3FDF26-BE71-41F5-B086-1F6D54B6E905}">
      <dsp:nvSpPr>
        <dsp:cNvPr id="0" name=""/>
        <dsp:cNvSpPr/>
      </dsp:nvSpPr>
      <dsp:spPr>
        <a:xfrm>
          <a:off x="0" y="1877605"/>
          <a:ext cx="2545665" cy="12097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Chuẩn hóa tên sản phẩm (VI/EN), mã, dải kích thước</a:t>
          </a:r>
        </a:p>
      </dsp:txBody>
      <dsp:txXfrm>
        <a:off x="59057" y="1936662"/>
        <a:ext cx="2427551" cy="1091666"/>
      </dsp:txXfrm>
    </dsp:sp>
    <dsp:sp modelId="{F1F47C24-B60D-4745-98C4-68FB5969BA32}">
      <dsp:nvSpPr>
        <dsp:cNvPr id="0" name=""/>
        <dsp:cNvSpPr/>
      </dsp:nvSpPr>
      <dsp:spPr>
        <a:xfrm>
          <a:off x="0" y="3150745"/>
          <a:ext cx="2545665" cy="12097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Loại bỏ thương hiệu nguồn, chỉ dùng YAS-TEK</a:t>
          </a:r>
        </a:p>
      </dsp:txBody>
      <dsp:txXfrm>
        <a:off x="59057" y="3209802"/>
        <a:ext cx="2427551" cy="1091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05509-5C28-4497-9CB6-4A69FE680267}">
      <dsp:nvSpPr>
        <dsp:cNvPr id="0" name=""/>
        <dsp:cNvSpPr/>
      </dsp:nvSpPr>
      <dsp:spPr>
        <a:xfrm>
          <a:off x="0" y="2571558"/>
          <a:ext cx="7337823" cy="8440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Chuẩn hóa tên ảnh &amp; lưu vào thư mục IMG/</a:t>
          </a:r>
        </a:p>
      </dsp:txBody>
      <dsp:txXfrm>
        <a:off x="0" y="2571558"/>
        <a:ext cx="7337823" cy="844042"/>
      </dsp:txXfrm>
    </dsp:sp>
    <dsp:sp modelId="{5B6AD27D-2C5A-4DC1-956E-CCE7EBA824E0}">
      <dsp:nvSpPr>
        <dsp:cNvPr id="0" name=""/>
        <dsp:cNvSpPr/>
      </dsp:nvSpPr>
      <dsp:spPr>
        <a:xfrm rot="10800000">
          <a:off x="0" y="1286081"/>
          <a:ext cx="7337823" cy="1298137"/>
        </a:xfrm>
        <a:prstGeom prst="upArrowCallout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Xóa logo/ watermark nguồn, thay logo YAS-TEK</a:t>
          </a:r>
        </a:p>
      </dsp:txBody>
      <dsp:txXfrm rot="10800000">
        <a:off x="0" y="1286081"/>
        <a:ext cx="7337823" cy="843490"/>
      </dsp:txXfrm>
    </dsp:sp>
    <dsp:sp modelId="{C5BB5BC0-008F-4E27-BFDF-C4DBA504374F}">
      <dsp:nvSpPr>
        <dsp:cNvPr id="0" name=""/>
        <dsp:cNvSpPr/>
      </dsp:nvSpPr>
      <dsp:spPr>
        <a:xfrm rot="10800000">
          <a:off x="0" y="603"/>
          <a:ext cx="7337823" cy="1298137"/>
        </a:xfrm>
        <a:prstGeom prst="upArrowCallou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Xuất hình từ PDF (bản vẽ, bảng kích thước)</a:t>
          </a:r>
        </a:p>
      </dsp:txBody>
      <dsp:txXfrm rot="10800000">
        <a:off x="0" y="603"/>
        <a:ext cx="7337823" cy="843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9506B-A7AA-4C19-9D42-537BBFD09A92}">
      <dsp:nvSpPr>
        <dsp:cNvPr id="0" name=""/>
        <dsp:cNvSpPr/>
      </dsp:nvSpPr>
      <dsp:spPr>
        <a:xfrm>
          <a:off x="0" y="0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Dùng info.txt tạo nội dung 10 mục (Thông tin, Chi tiết, SEO)</a:t>
          </a:r>
        </a:p>
      </dsp:txBody>
      <dsp:txXfrm>
        <a:off x="30017" y="30017"/>
        <a:ext cx="5131244" cy="964827"/>
      </dsp:txXfrm>
    </dsp:sp>
    <dsp:sp modelId="{97B58F6F-9203-4025-ABE0-B5A4FC0C57E2}">
      <dsp:nvSpPr>
        <dsp:cNvPr id="0" name=""/>
        <dsp:cNvSpPr/>
      </dsp:nvSpPr>
      <dsp:spPr>
        <a:xfrm>
          <a:off x="550336" y="1195671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Mô tả ngắn dạng đoạn văn; thông số dạng bảng</a:t>
          </a:r>
        </a:p>
      </dsp:txBody>
      <dsp:txXfrm>
        <a:off x="580353" y="1225688"/>
        <a:ext cx="4960618" cy="964827"/>
      </dsp:txXfrm>
    </dsp:sp>
    <dsp:sp modelId="{141E1445-EBEF-457B-B697-4A1C09FA0D25}">
      <dsp:nvSpPr>
        <dsp:cNvPr id="0" name=""/>
        <dsp:cNvSpPr/>
      </dsp:nvSpPr>
      <dsp:spPr>
        <a:xfrm>
          <a:off x="1100673" y="2391343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Kiểm tra từ khóa, URL, title, meta description</a:t>
          </a:r>
        </a:p>
      </dsp:txBody>
      <dsp:txXfrm>
        <a:off x="1130690" y="2421360"/>
        <a:ext cx="4960618" cy="964827"/>
      </dsp:txXfrm>
    </dsp:sp>
    <dsp:sp modelId="{B13B4B78-FD06-4370-B83D-FDDFFF566775}">
      <dsp:nvSpPr>
        <dsp:cNvPr id="0" name=""/>
        <dsp:cNvSpPr/>
      </dsp:nvSpPr>
      <dsp:spPr>
        <a:xfrm>
          <a:off x="5570989" y="777186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720875" y="777186"/>
        <a:ext cx="366387" cy="501285"/>
      </dsp:txXfrm>
    </dsp:sp>
    <dsp:sp modelId="{C31A62D4-ABDD-447D-9D17-B25B8F5E4ECB}">
      <dsp:nvSpPr>
        <dsp:cNvPr id="0" name=""/>
        <dsp:cNvSpPr/>
      </dsp:nvSpPr>
      <dsp:spPr>
        <a:xfrm>
          <a:off x="6121326" y="1966025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271212" y="1966025"/>
        <a:ext cx="366387" cy="501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B61B1-15EC-4ED7-BA0D-592DC9F4AB4D}">
      <dsp:nvSpPr>
        <dsp:cNvPr id="0" name=""/>
        <dsp:cNvSpPr/>
      </dsp:nvSpPr>
      <dsp:spPr>
        <a:xfrm>
          <a:off x="0" y="0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Đính kèm PDF catalog vào thư mục sản phẩm</a:t>
          </a:r>
        </a:p>
      </dsp:txBody>
      <dsp:txXfrm>
        <a:off x="30017" y="30017"/>
        <a:ext cx="5131244" cy="964827"/>
      </dsp:txXfrm>
    </dsp:sp>
    <dsp:sp modelId="{98D895DF-6CCC-4B17-95DC-540705E74FBD}">
      <dsp:nvSpPr>
        <dsp:cNvPr id="0" name=""/>
        <dsp:cNvSpPr/>
      </dsp:nvSpPr>
      <dsp:spPr>
        <a:xfrm>
          <a:off x="550336" y="1195671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Gắn ảnh sản phẩm/bản vẽ vào mục HÌNH ẢNH</a:t>
          </a:r>
        </a:p>
      </dsp:txBody>
      <dsp:txXfrm>
        <a:off x="580353" y="1225688"/>
        <a:ext cx="4960618" cy="964827"/>
      </dsp:txXfrm>
    </dsp:sp>
    <dsp:sp modelId="{78A6874B-6B10-485E-AD44-66C1C29BD231}">
      <dsp:nvSpPr>
        <dsp:cNvPr id="0" name=""/>
        <dsp:cNvSpPr/>
      </dsp:nvSpPr>
      <dsp:spPr>
        <a:xfrm>
          <a:off x="1100673" y="2391343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Đảm bảo ≥ 3–5 ảnh, chất lượng rõ nét</a:t>
          </a:r>
        </a:p>
      </dsp:txBody>
      <dsp:txXfrm>
        <a:off x="1130690" y="2421360"/>
        <a:ext cx="4960618" cy="964827"/>
      </dsp:txXfrm>
    </dsp:sp>
    <dsp:sp modelId="{1011DF1F-3AB6-4D0D-9A34-FDB1873FB292}">
      <dsp:nvSpPr>
        <dsp:cNvPr id="0" name=""/>
        <dsp:cNvSpPr/>
      </dsp:nvSpPr>
      <dsp:spPr>
        <a:xfrm>
          <a:off x="5570989" y="777186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720875" y="777186"/>
        <a:ext cx="366387" cy="501285"/>
      </dsp:txXfrm>
    </dsp:sp>
    <dsp:sp modelId="{6D7FB166-89A6-489D-9981-DA75B4DAAFD1}">
      <dsp:nvSpPr>
        <dsp:cNvPr id="0" name=""/>
        <dsp:cNvSpPr/>
      </dsp:nvSpPr>
      <dsp:spPr>
        <a:xfrm>
          <a:off x="6121326" y="1966025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271212" y="1966025"/>
        <a:ext cx="366387" cy="5012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3C935-AC4A-4658-94B7-CE682CC554AD}">
      <dsp:nvSpPr>
        <dsp:cNvPr id="0" name=""/>
        <dsp:cNvSpPr/>
      </dsp:nvSpPr>
      <dsp:spPr>
        <a:xfrm>
          <a:off x="0" y="0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Tạo sản phẩm mới trong CMS</a:t>
          </a:r>
        </a:p>
      </dsp:txBody>
      <dsp:txXfrm>
        <a:off x="30017" y="30017"/>
        <a:ext cx="5131244" cy="964827"/>
      </dsp:txXfrm>
    </dsp:sp>
    <dsp:sp modelId="{84D3F0BE-A336-493C-B268-B659498B757E}">
      <dsp:nvSpPr>
        <dsp:cNvPr id="0" name=""/>
        <dsp:cNvSpPr/>
      </dsp:nvSpPr>
      <dsp:spPr>
        <a:xfrm>
          <a:off x="550336" y="1195671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Dán nội dung, upload ảnh, upload file PDF</a:t>
          </a:r>
        </a:p>
      </dsp:txBody>
      <dsp:txXfrm>
        <a:off x="580353" y="1225688"/>
        <a:ext cx="4960618" cy="964827"/>
      </dsp:txXfrm>
    </dsp:sp>
    <dsp:sp modelId="{E7F04497-B796-43F6-BB64-D7DE07EC7A97}">
      <dsp:nvSpPr>
        <dsp:cNvPr id="0" name=""/>
        <dsp:cNvSpPr/>
      </dsp:nvSpPr>
      <dsp:spPr>
        <a:xfrm>
          <a:off x="1100673" y="2391343"/>
          <a:ext cx="6237149" cy="1024861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Điền URL, title, meta description, tags</a:t>
          </a:r>
        </a:p>
      </dsp:txBody>
      <dsp:txXfrm>
        <a:off x="1130690" y="2421360"/>
        <a:ext cx="4960618" cy="964827"/>
      </dsp:txXfrm>
    </dsp:sp>
    <dsp:sp modelId="{04340504-AD5D-4CDA-8B74-2C865A319447}">
      <dsp:nvSpPr>
        <dsp:cNvPr id="0" name=""/>
        <dsp:cNvSpPr/>
      </dsp:nvSpPr>
      <dsp:spPr>
        <a:xfrm>
          <a:off x="5570989" y="777186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720875" y="777186"/>
        <a:ext cx="366387" cy="501285"/>
      </dsp:txXfrm>
    </dsp:sp>
    <dsp:sp modelId="{2F2FFB8C-572A-48DA-B301-9C0E48B77D71}">
      <dsp:nvSpPr>
        <dsp:cNvPr id="0" name=""/>
        <dsp:cNvSpPr/>
      </dsp:nvSpPr>
      <dsp:spPr>
        <a:xfrm>
          <a:off x="6121326" y="1966025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55000" cap="flat" cmpd="thickThin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271212" y="1966025"/>
        <a:ext cx="366387" cy="5012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D0C6B-3F0F-4E6F-9238-7462936D5EE1}">
      <dsp:nvSpPr>
        <dsp:cNvPr id="0" name=""/>
        <dsp:cNvSpPr/>
      </dsp:nvSpPr>
      <dsp:spPr>
        <a:xfrm>
          <a:off x="664351" y="716401"/>
          <a:ext cx="965751" cy="96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55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14192-2AFC-42DD-BAB0-278A2E6191E3}">
      <dsp:nvSpPr>
        <dsp:cNvPr id="0" name=""/>
        <dsp:cNvSpPr/>
      </dsp:nvSpPr>
      <dsp:spPr>
        <a:xfrm>
          <a:off x="74170" y="1979803"/>
          <a:ext cx="21461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Preview hiển thị desktop/mobile</a:t>
          </a:r>
        </a:p>
      </dsp:txBody>
      <dsp:txXfrm>
        <a:off x="74170" y="1979803"/>
        <a:ext cx="2146113" cy="720000"/>
      </dsp:txXfrm>
    </dsp:sp>
    <dsp:sp modelId="{1AFE9002-4527-4850-94DD-0041E0CFD60A}">
      <dsp:nvSpPr>
        <dsp:cNvPr id="0" name=""/>
        <dsp:cNvSpPr/>
      </dsp:nvSpPr>
      <dsp:spPr>
        <a:xfrm>
          <a:off x="3186035" y="716401"/>
          <a:ext cx="965751" cy="96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55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78924-FEDE-4212-AA8D-EB670E268E59}">
      <dsp:nvSpPr>
        <dsp:cNvPr id="0" name=""/>
        <dsp:cNvSpPr/>
      </dsp:nvSpPr>
      <dsp:spPr>
        <a:xfrm>
          <a:off x="2595854" y="1979803"/>
          <a:ext cx="21461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Kiểm tra lỗi chính tả/format, link file, SEO</a:t>
          </a:r>
        </a:p>
      </dsp:txBody>
      <dsp:txXfrm>
        <a:off x="2595854" y="1979803"/>
        <a:ext cx="2146113" cy="720000"/>
      </dsp:txXfrm>
    </dsp:sp>
    <dsp:sp modelId="{B76A555B-653F-456C-B67A-5A2287CCCFB2}">
      <dsp:nvSpPr>
        <dsp:cNvPr id="0" name=""/>
        <dsp:cNvSpPr/>
      </dsp:nvSpPr>
      <dsp:spPr>
        <a:xfrm>
          <a:off x="5707719" y="716401"/>
          <a:ext cx="965751" cy="96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55000" cap="flat" cmpd="thickThin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E0F1E-8E4B-4822-8DE3-647D656336EB}">
      <dsp:nvSpPr>
        <dsp:cNvPr id="0" name=""/>
        <dsp:cNvSpPr/>
      </dsp:nvSpPr>
      <dsp:spPr>
        <a:xfrm>
          <a:off x="5117538" y="1979803"/>
          <a:ext cx="21461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Publish và lưu checklist hoàn tất</a:t>
          </a:r>
        </a:p>
      </dsp:txBody>
      <dsp:txXfrm>
        <a:off x="5117538" y="1979803"/>
        <a:ext cx="214611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4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1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9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7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1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2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8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3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93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9144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1693334"/>
            <a:ext cx="66158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7000"/>
              <a:t>Quy trình upload sản phẩm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660219"/>
            <a:ext cx="6858000" cy="762635"/>
          </a:xfrm>
        </p:spPr>
        <p:txBody>
          <a:bodyPr>
            <a:normAutofit/>
          </a:bodyPr>
          <a:lstStyle/>
          <a:p>
            <a:pPr algn="r"/>
            <a:r>
              <a:rPr lang="en-US" sz="2400"/>
              <a:t>Từ file PDF → hình ảnh sản phẩm → đăng lên website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E471017-3497-4F9F-A862-BA1016D13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7BB245-1516-48B9-8C45-E83FC9BF6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64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2C5FF7-82FA-4981-A20D-264C4BBF1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24216"/>
            <a:ext cx="5657850" cy="1738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53" y="2338928"/>
            <a:ext cx="4504947" cy="150876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1. Tiếp nhận tài liệu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155814-7A9D-1364-7EAE-A4ABD723D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019455"/>
              </p:ext>
            </p:extLst>
          </p:nvPr>
        </p:nvGraphicFramePr>
        <p:xfrm>
          <a:off x="6115050" y="927809"/>
          <a:ext cx="2545665" cy="4964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E471017-3497-4F9F-A862-BA1016D13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BB245-1516-48B9-8C45-E83FC9BF6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64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62C5FF7-82FA-4981-A20D-264C4BBF1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24216"/>
            <a:ext cx="5657850" cy="1738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53" y="2338928"/>
            <a:ext cx="4504947" cy="150876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2. Trích xuất thông tin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C7353B-E2D9-BE7A-EA41-8CE3EF086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962052"/>
              </p:ext>
            </p:extLst>
          </p:nvPr>
        </p:nvGraphicFramePr>
        <p:xfrm>
          <a:off x="6115050" y="927809"/>
          <a:ext cx="2545665" cy="4964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en-US"/>
              <a:t>3. Chuẩn bị hình ảnh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D572B0-1C9A-62A3-156A-0D62305A57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86129"/>
              </p:ext>
            </p:extLst>
          </p:nvPr>
        </p:nvGraphicFramePr>
        <p:xfrm>
          <a:off x="902493" y="2476595"/>
          <a:ext cx="733782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de-DE"/>
              <a:t>4. Viết nội dung website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C1D83D-82E7-0E2E-1E72-BA59672A8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213741"/>
              </p:ext>
            </p:extLst>
          </p:nvPr>
        </p:nvGraphicFramePr>
        <p:xfrm>
          <a:off x="902493" y="2476595"/>
          <a:ext cx="733782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en-US"/>
              <a:t>5. Gắn file &amp; hình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8CF32C-C1D0-8E4D-FE31-99C7EACB5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058472"/>
              </p:ext>
            </p:extLst>
          </p:nvPr>
        </p:nvGraphicFramePr>
        <p:xfrm>
          <a:off x="902493" y="2476595"/>
          <a:ext cx="733782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en-US"/>
              <a:t>6. Upload lên website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159A16-01FE-A7B6-8FF2-FD7B0105E6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805308"/>
              </p:ext>
            </p:extLst>
          </p:nvPr>
        </p:nvGraphicFramePr>
        <p:xfrm>
          <a:off x="902493" y="2476595"/>
          <a:ext cx="733782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189" y="284176"/>
            <a:ext cx="7338060" cy="1508760"/>
          </a:xfrm>
        </p:spPr>
        <p:txBody>
          <a:bodyPr>
            <a:normAutofit/>
          </a:bodyPr>
          <a:lstStyle/>
          <a:p>
            <a:r>
              <a:rPr lang="en-US"/>
              <a:t>7. Kiểm tra &amp; publish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C700D-D6EB-D18B-D6BF-F42E712EE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574772"/>
              </p:ext>
            </p:extLst>
          </p:nvPr>
        </p:nvGraphicFramePr>
        <p:xfrm>
          <a:off x="902493" y="2476595"/>
          <a:ext cx="733782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14</TotalTime>
  <Words>282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Wingdings</vt:lpstr>
      <vt:lpstr>Banded</vt:lpstr>
      <vt:lpstr>Quy trình upload sản phẩm</vt:lpstr>
      <vt:lpstr>1. Tiếp nhận tài liệu</vt:lpstr>
      <vt:lpstr>2. Trích xuất thông tin</vt:lpstr>
      <vt:lpstr>3. Chuẩn bị hình ảnh</vt:lpstr>
      <vt:lpstr>4. Viết nội dung website</vt:lpstr>
      <vt:lpstr>5. Gắn file &amp; hình</vt:lpstr>
      <vt:lpstr>6. Upload lên website</vt:lpstr>
      <vt:lpstr>7. Kiểm tra &amp; publish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Thanh Sok Kim</cp:lastModifiedBy>
  <cp:revision>2</cp:revision>
  <dcterms:created xsi:type="dcterms:W3CDTF">2013-01-27T09:14:16Z</dcterms:created>
  <dcterms:modified xsi:type="dcterms:W3CDTF">2026-02-03T05:25:56Z</dcterms:modified>
  <cp:category/>
</cp:coreProperties>
</file>